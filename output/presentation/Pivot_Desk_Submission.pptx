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86ba1ca6c6d542fa" /><Relationship Type="http://schemas.openxmlformats.org/officeDocument/2006/relationships/extended-properties" Target="/docProps/app.xml" Id="Rfa428aa725ef4aa9" /><Relationship Type="http://schemas.openxmlformats.org/officeDocument/2006/relationships/officeDocument" Target="/ppt/presentation.xml" Id="R393a7df013e048b7" /></Relationships>
</file>

<file path=ppt/presentation.xml><?xml version="1.0" encoding="utf-8"?>
<p:presentation xmlns:p="http://schemas.openxmlformats.org/presentationml/2006/main">
  <p:sldMasterIdLst>
    <p:sldMasterId xmlns:r="http://schemas.openxmlformats.org/officeDocument/2006/relationships" id="2147483648" r:id="R99aa262e2543414e"/>
  </p:sldMasterIdLst>
  <p:notesMasterIdLst>
    <p:notesMasterId xmlns:r="http://schemas.openxmlformats.org/officeDocument/2006/relationships" r:id="R89de938b80264f17"/>
  </p:notesMasterIdLst>
  <p:sldIdLst>
    <p:sldId xmlns:r="http://schemas.openxmlformats.org/officeDocument/2006/relationships" id="256" r:id="R5f2fb4bfc7164ecd"/>
    <p:sldId xmlns:r="http://schemas.openxmlformats.org/officeDocument/2006/relationships" id="257" r:id="R2b92d2da20c448d4"/>
    <p:sldId xmlns:r="http://schemas.openxmlformats.org/officeDocument/2006/relationships" id="258" r:id="R3560af30176b4e0b"/>
    <p:sldId xmlns:r="http://schemas.openxmlformats.org/officeDocument/2006/relationships" id="259" r:id="Ra043c18078124a74"/>
    <p:sldId xmlns:r="http://schemas.openxmlformats.org/officeDocument/2006/relationships" id="260" r:id="Rdb772420ad464810"/>
    <p:sldId xmlns:r="http://schemas.openxmlformats.org/officeDocument/2006/relationships" id="261" r:id="R846fbde9c3304b6e"/>
    <p:sldId xmlns:r="http://schemas.openxmlformats.org/officeDocument/2006/relationships" id="262" r:id="Rc425b1e875674aad"/>
    <p:sldId xmlns:r="http://schemas.openxmlformats.org/officeDocument/2006/relationships" id="263" r:id="R61caa68a17a1498a"/>
    <p:sldId xmlns:r="http://schemas.openxmlformats.org/officeDocument/2006/relationships" id="264" r:id="R8f1c4786aac14768"/>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59135d4678324f57" /><Relationship Type="http://schemas.openxmlformats.org/officeDocument/2006/relationships/slideMaster" Target="/ppt/slideMasters/slideMaster1.xml" Id="R99aa262e2543414e" /><Relationship Type="http://schemas.openxmlformats.org/officeDocument/2006/relationships/notesMaster" Target="/ppt/notesMasters/notesMaster1.xml" Id="R89de938b80264f17" /><Relationship Type="http://schemas.openxmlformats.org/officeDocument/2006/relationships/presProps" Target="/ppt/presProps.xml" Id="Raac02ef084614f23" /><Relationship Type="http://schemas.openxmlformats.org/officeDocument/2006/relationships/tableStyles" Target="/ppt/tableStyles.xml" Id="Re559225ba33747e5" /><Relationship Type="http://schemas.openxmlformats.org/officeDocument/2006/relationships/slide" Target="/ppt/slides/slide1.xml" Id="R5f2fb4bfc7164ecd" /><Relationship Type="http://schemas.openxmlformats.org/officeDocument/2006/relationships/slide" Target="/ppt/slides/slide2.xml" Id="R2b92d2da20c448d4" /><Relationship Type="http://schemas.openxmlformats.org/officeDocument/2006/relationships/slide" Target="/ppt/slides/slide3.xml" Id="R3560af30176b4e0b" /><Relationship Type="http://schemas.openxmlformats.org/officeDocument/2006/relationships/slide" Target="/ppt/slides/slide4.xml" Id="Ra043c18078124a74" /><Relationship Type="http://schemas.openxmlformats.org/officeDocument/2006/relationships/slide" Target="/ppt/slides/slide5.xml" Id="Rdb772420ad464810" /><Relationship Type="http://schemas.openxmlformats.org/officeDocument/2006/relationships/slide" Target="/ppt/slides/slide6.xml" Id="R846fbde9c3304b6e" /><Relationship Type="http://schemas.openxmlformats.org/officeDocument/2006/relationships/slide" Target="/ppt/slides/slide7.xml" Id="Rc425b1e875674aad" /><Relationship Type="http://schemas.openxmlformats.org/officeDocument/2006/relationships/slide" Target="/ppt/slides/slide8.xml" Id="R61caa68a17a1498a" /><Relationship Type="http://schemas.openxmlformats.org/officeDocument/2006/relationships/slide" Target="/ppt/slides/slide9.xml" Id="R8f1c4786aac14768"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900e0b814abb4372"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ce1e80ddf79d4a82" /><Relationship Type="http://schemas.openxmlformats.org/officeDocument/2006/relationships/notesMaster" Target="/ppt/notesMasters/notesMaster1.xml" Id="R8fa18ff4fb5f4c73" /></Relationships>
</file>

<file path=ppt/notesSlides/_rels/notesSlide2.xml.rels>&#65279;<?xml version="1.0" encoding="utf-8"?><Relationships xmlns="http://schemas.openxmlformats.org/package/2006/relationships"><Relationship Type="http://schemas.openxmlformats.org/officeDocument/2006/relationships/slide" Target="/ppt/slides/slide2.xml" Id="R0fefb60a20b54d05" /><Relationship Type="http://schemas.openxmlformats.org/officeDocument/2006/relationships/notesMaster" Target="/ppt/notesMasters/notesMaster1.xml" Id="Re029fc7105f74edc" /></Relationships>
</file>

<file path=ppt/notesSlides/_rels/notesSlide3.xml.rels>&#65279;<?xml version="1.0" encoding="utf-8"?><Relationships xmlns="http://schemas.openxmlformats.org/package/2006/relationships"><Relationship Type="http://schemas.openxmlformats.org/officeDocument/2006/relationships/slide" Target="/ppt/slides/slide3.xml" Id="R5da13cb94b044012" /><Relationship Type="http://schemas.openxmlformats.org/officeDocument/2006/relationships/notesMaster" Target="/ppt/notesMasters/notesMaster1.xml" Id="Rf4428b4de1774dae" /></Relationships>
</file>

<file path=ppt/notesSlides/_rels/notesSlide4.xml.rels>&#65279;<?xml version="1.0" encoding="utf-8"?><Relationships xmlns="http://schemas.openxmlformats.org/package/2006/relationships"><Relationship Type="http://schemas.openxmlformats.org/officeDocument/2006/relationships/slide" Target="/ppt/slides/slide4.xml" Id="R9709e963f29a4b77" /><Relationship Type="http://schemas.openxmlformats.org/officeDocument/2006/relationships/notesMaster" Target="/ppt/notesMasters/notesMaster1.xml" Id="R4b92e4f855b84aed" /></Relationships>
</file>

<file path=ppt/notesSlides/_rels/notesSlide5.xml.rels>&#65279;<?xml version="1.0" encoding="utf-8"?><Relationships xmlns="http://schemas.openxmlformats.org/package/2006/relationships"><Relationship Type="http://schemas.openxmlformats.org/officeDocument/2006/relationships/slide" Target="/ppt/slides/slide5.xml" Id="Rc6f386a0ec9f4b65" /><Relationship Type="http://schemas.openxmlformats.org/officeDocument/2006/relationships/notesMaster" Target="/ppt/notesMasters/notesMaster1.xml" Id="R95245434d90b4491" /></Relationships>
</file>

<file path=ppt/notesSlides/_rels/notesSlide6.xml.rels>&#65279;<?xml version="1.0" encoding="utf-8"?><Relationships xmlns="http://schemas.openxmlformats.org/package/2006/relationships"><Relationship Type="http://schemas.openxmlformats.org/officeDocument/2006/relationships/slide" Target="/ppt/slides/slide6.xml" Id="Rea892f42577b4405" /><Relationship Type="http://schemas.openxmlformats.org/officeDocument/2006/relationships/notesMaster" Target="/ppt/notesMasters/notesMaster1.xml" Id="Ra24f68a30c244716" /></Relationships>
</file>

<file path=ppt/notesSlides/_rels/notesSlide7.xml.rels>&#65279;<?xml version="1.0" encoding="utf-8"?><Relationships xmlns="http://schemas.openxmlformats.org/package/2006/relationships"><Relationship Type="http://schemas.openxmlformats.org/officeDocument/2006/relationships/slide" Target="/ppt/slides/slide7.xml" Id="R4e822bac572a491c" /><Relationship Type="http://schemas.openxmlformats.org/officeDocument/2006/relationships/notesMaster" Target="/ppt/notesMasters/notesMaster1.xml" Id="R02f97890c202447b" /></Relationships>
</file>

<file path=ppt/notesSlides/_rels/notesSlide8.xml.rels>&#65279;<?xml version="1.0" encoding="utf-8"?><Relationships xmlns="http://schemas.openxmlformats.org/package/2006/relationships"><Relationship Type="http://schemas.openxmlformats.org/officeDocument/2006/relationships/slide" Target="/ppt/slides/slide8.xml" Id="R29e19317e3a4403a" /><Relationship Type="http://schemas.openxmlformats.org/officeDocument/2006/relationships/notesMaster" Target="/ppt/notesMasters/notesMaster1.xml" Id="R0af8e676f2e44df9" /></Relationships>
</file>

<file path=ppt/notesSlides/_rels/notesSlide9.xml.rels>&#65279;<?xml version="1.0" encoding="utf-8"?><Relationships xmlns="http://schemas.openxmlformats.org/package/2006/relationships"><Relationship Type="http://schemas.openxmlformats.org/officeDocument/2006/relationships/slide" Target="/ppt/slides/slide9.xml" Id="R2ed15c435e8e4edc" /><Relationship Type="http://schemas.openxmlformats.org/officeDocument/2006/relationships/notesMaster" Target="/ppt/notesMasters/notesMaster1.xml" Id="Rd7a62f72d6fa4d4e"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Companion to the required nine-slide reveal.js deck. Source: report.html and output/harness.md. Repository: https://github.com/qingyuanzhangyaleedu/pivot-desk . Run locally using README. No personal resume contents in this deck. Canvas submission is a separate final step.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the project owner’s recorded request in AI_prompts.md. No quantified human time saving has been measured.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Comparison sources: https://help.simplify.jobs/en/help/articles/1749022-install-and-set-up-copilot and https://www.tealhq.com/tools/job-tracker . Reviewed October 25, 2026. Source checks: output/evidence/readiness_benchmark.json. Screenshot: output/screenshots/application-checks.png.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backend/agent.py, backend/models.py and both backend/prompts files. Reader output is a draft; human confirmation precedes the selected-role analyst. The analyst must call get_candidate_evidence and get_job_evidence. Model gpt-6-astra. The owner reports instructor permission to use any model in class.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output/evidence/live_runs.json. Fictional Avery Morgan profile and real Heartflow Manager, Corporate Strategy — MBA Grad, Summer 2027 posting, https://job-boards.greenhouse.io/heartflowinc/jobs/6218422004 . Source snapshot checked October 25, 2026; availability may change. Score is overlap, not probability.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output/evidence/live_runs.json and cost_comparison.json. One controlled comparison. Public standard Astra rates: $10/M input, $1/M cached input, $50/M output, checked October 25, 2026, https://developers.openai.com/api/docs/models/gpt-6-astra . Not the provider invoice. Monthly assumption: two resume extractions plus sixteen paid reviews, 20% repeated-result cache hits among twenty requested reviews.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output/evidence/browser_checks.json, form_regression.json, injection_attempt_1.json and injection_test.json. The image shows the fictional demo, not the owner’s resume. One completed injection case passed; the first provider failure remains inconclusive.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output/evidence/private_resume_live_check.json, search_race_before.json and search_race_regression.json. The owner explicitly allowed AI processing while keeping publication on hold. The reader extracted 13 facts; all exact quotes were validated and the assistant reviewed them. This is not a human usability trial. A search race initially selected a different Heartflow role; that paid review is retained. The request-generation guard and loading interlock now pass a controlled browser regression. No private fact text or contact details are included in this deck.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docs/user_trial.md, output/submission_checklist.md and README.md. A timed independent human trial and authenticated Workday validation remain uncompleted. The printed brief limits the course key to Luna; the owner subsequently reported that the instructor allowed any model in class and retained Astra. This is attributed to the owner rather than an independently verified announcement. The repository is public; Canvas upload remains a final student step.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f07a23e4569e4d25"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ec1af2aa8dc445b0"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ce4641c29626423f"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a2d0e7dbdab548e4"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fe11460593054234"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160ea654742d43fd"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210D946-CED4-4D83-8262-637504A332EE}"/>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09CB5B9D-43AA-40D4-8286-999125A95C8C}"/>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20B37105-F928-478B-A9CF-D3C27E259208}"/>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7611848-5ED9-4D2D-9022-14547DADC897}"/>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9B6F56AD-03DE-440C-B635-AA5AA9D239BD}"/>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E8EFDD92-9134-4B5A-87D7-3D0E9B96EF43}"/>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B0F62A2A-FEAA-41E1-994A-536F5D722708}"/>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6DCC106D-7F06-4466-83F7-9204E8BE3B96}"/>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2800638A-24C0-4781-8550-4C9EBD141BB3}"/>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74AB463D-8D5C-48D2-AD06-5A91E54AE24B}"/>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53bc17cb92de4bbf" /><Relationship Type="http://schemas.openxmlformats.org/officeDocument/2006/relationships/slideLayout" Target="/ppt/slideLayouts/slideLayout1.xml" Id="R42df1d9a51b74b71" /><Relationship Type="http://schemas.openxmlformats.org/officeDocument/2006/relationships/slideLayout" Target="/ppt/slideLayouts/slideLayout2.xml" Id="R440c5c91489549e2" /><Relationship Type="http://schemas.openxmlformats.org/officeDocument/2006/relationships/slideLayout" Target="/ppt/slideLayouts/slideLayout3.xml" Id="R05c8a77a4c4f4808" /><Relationship Type="http://schemas.openxmlformats.org/officeDocument/2006/relationships/slideLayout" Target="/ppt/slideLayouts/slideLayout4.xml" Id="R26ec212cbc3d43cc" /><Relationship Type="http://schemas.openxmlformats.org/officeDocument/2006/relationships/slideLayout" Target="/ppt/slideLayouts/slideLayout5.xml" Id="Rcdbedc311e1d47d3" /><Relationship Type="http://schemas.openxmlformats.org/officeDocument/2006/relationships/slideLayout" Target="/ppt/slideLayouts/slideLayout6.xml" Id="R0bc5dc48ad454211"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42df1d9a51b74b71"/>
    <p:sldLayoutId xmlns:r="http://schemas.openxmlformats.org/officeDocument/2006/relationships" id="2147483650" r:id="R440c5c91489549e2"/>
    <p:sldLayoutId xmlns:r="http://schemas.openxmlformats.org/officeDocument/2006/relationships" id="2147483651" r:id="R05c8a77a4c4f4808"/>
    <p:sldLayoutId xmlns:r="http://schemas.openxmlformats.org/officeDocument/2006/relationships" id="2147483652" r:id="R26ec212cbc3d43cc"/>
    <p:sldLayoutId xmlns:r="http://schemas.openxmlformats.org/officeDocument/2006/relationships" id="2147483653" r:id="Rcdbedc311e1d47d3"/>
    <p:sldLayoutId xmlns:r="http://schemas.openxmlformats.org/officeDocument/2006/relationships" id="2147483654" r:id="R0bc5dc48ad454211"/>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fef715feba44473b" /><Relationship Type="http://schemas.openxmlformats.org/officeDocument/2006/relationships/notesSlide" Target="/ppt/notesSlides/notesSlide1.xml" Id="R3914db9a0c9e4eeb"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6559ed24c83347ea" /><Relationship Type="http://schemas.openxmlformats.org/officeDocument/2006/relationships/notesSlide" Target="/ppt/notesSlides/notesSlide2.xml" Id="R0f2b047471f34cdf"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b6c7a674ad204728" /><Relationship Type="http://schemas.openxmlformats.org/officeDocument/2006/relationships/image" Target="/ppt/media/image.png" Id="R25a7859310a24471" /><Relationship Type="http://schemas.openxmlformats.org/officeDocument/2006/relationships/notesSlide" Target="/ppt/notesSlides/notesSlide3.xml" Id="R81b1d85034c847b3"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ea75f277f4384a9f" /><Relationship Type="http://schemas.openxmlformats.org/officeDocument/2006/relationships/notesSlide" Target="/ppt/notesSlides/notesSlide4.xml" Id="Rd00267dd9515416a"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ccb62a246afb404a" /><Relationship Type="http://schemas.openxmlformats.org/officeDocument/2006/relationships/notesSlide" Target="/ppt/notesSlides/notesSlide5.xml" Id="R9720b36be40f4d51"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b736e5a384dd4b0a" /><Relationship Type="http://schemas.openxmlformats.org/officeDocument/2006/relationships/notesSlide" Target="/ppt/notesSlides/notesSlide6.xml" Id="R065841ad5ef545b7"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9c45d21058874b16" /><Relationship Type="http://schemas.openxmlformats.org/officeDocument/2006/relationships/image" Target="/ppt/media/image2.png" Id="R257a3d00202046dd" /><Relationship Type="http://schemas.openxmlformats.org/officeDocument/2006/relationships/notesSlide" Target="/ppt/notesSlides/notesSlide7.xml" Id="R0bd6568374304a1b"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5256d0be2b3c435d" /><Relationship Type="http://schemas.openxmlformats.org/officeDocument/2006/relationships/notesSlide" Target="/ppt/notesSlides/notesSlide8.xml" Id="R92fedbe2bf4e419e"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44e81249cefe4e7c" /><Relationship Type="http://schemas.openxmlformats.org/officeDocument/2006/relationships/notesSlide" Target="/ppt/notesSlides/notesSlide9.xml" Id="R1f75b4a632574f21" /></Relationships>
</file>

<file path=ppt/slides/slide1.xml><?xml version="1.0" encoding="utf-8"?>
<p:sld xmlns:p="http://schemas.openxmlformats.org/presentationml/2006/main">
  <p:cSld>
    <p:bg>
      <p:bgPr>
        <a:solidFill xmlns:a="http://schemas.openxmlformats.org/drawingml/2006/main">
          <a:srgbClr val="241D25"/>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5CD5AA3A-2254-49A4-B344-60EE49991A96}"/>
              </a:ext>
            </a:extLst>
          </p:cNvPr>
          <p:cNvSpPr>
            <a:spLocks xmlns:a="http://schemas.openxmlformats.org/drawingml/2006/main" noGrp="1"/>
          </p:cNvSpPr>
          <p:nvPr/>
        </p:nvSpPr>
        <p:spPr>
          <a:xfrm xmlns:a="http://schemas.openxmlformats.org/drawingml/2006/main">
            <a:off x="609600" y="4191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4350" b="0">
                <a:solidFill>
                  <a:srgbClr val="EFABC8"/>
                </a:solidFill>
                <a:latin typeface="Georgia"/>
                <a:ea typeface="Georgia"/>
                <a:cs typeface="Georgia"/>
              </a:defRPr>
            </a:defPPr>
            <a:lvl1pPr>
              <a:buNone/>
              <a:defRPr sz="4350" b="0">
                <a:solidFill>
                  <a:srgbClr val="EFABC8"/>
                </a:solidFill>
                <a:latin typeface="Georgia"/>
                <a:ea typeface="Georgia"/>
                <a:cs typeface="Georgia"/>
              </a:defRPr>
            </a:lvl1pPr>
            <a:lvl2pPr>
              <a:buNone/>
              <a:defRPr sz="4350" b="0">
                <a:solidFill>
                  <a:srgbClr val="EFABC8"/>
                </a:solidFill>
                <a:latin typeface="Georgia"/>
                <a:ea typeface="Georgia"/>
                <a:cs typeface="Georgia"/>
              </a:defRPr>
            </a:lvl2pPr>
            <a:lvl3pPr>
              <a:buNone/>
              <a:defRPr sz="4350" b="0">
                <a:solidFill>
                  <a:srgbClr val="EFABC8"/>
                </a:solidFill>
                <a:latin typeface="Georgia"/>
                <a:ea typeface="Georgia"/>
                <a:cs typeface="Georgia"/>
              </a:defRPr>
            </a:lvl3pPr>
            <a:lvl4pPr>
              <a:buNone/>
              <a:defRPr sz="4350" b="0">
                <a:solidFill>
                  <a:srgbClr val="EFABC8"/>
                </a:solidFill>
                <a:latin typeface="Georgia"/>
                <a:ea typeface="Georgia"/>
                <a:cs typeface="Georgia"/>
              </a:defRPr>
            </a:lvl4pPr>
            <a:lvl5pPr>
              <a:buNone/>
              <a:defRPr sz="4350" b="0">
                <a:solidFill>
                  <a:srgbClr val="EFABC8"/>
                </a:solidFill>
                <a:latin typeface="Georgia"/>
                <a:ea typeface="Georgia"/>
                <a:cs typeface="Georgia"/>
              </a:defRPr>
            </a:lvl5pPr>
            <a:lvl6pPr>
              <a:buNone/>
              <a:defRPr sz="4350" b="0">
                <a:solidFill>
                  <a:srgbClr val="EFABC8"/>
                </a:solidFill>
                <a:latin typeface="Georgia"/>
                <a:ea typeface="Georgia"/>
                <a:cs typeface="Georgia"/>
              </a:defRPr>
            </a:lvl6pPr>
            <a:lvl7pPr>
              <a:buNone/>
              <a:defRPr sz="4350" b="0">
                <a:solidFill>
                  <a:srgbClr val="EFABC8"/>
                </a:solidFill>
                <a:latin typeface="Georgia"/>
                <a:ea typeface="Georgia"/>
                <a:cs typeface="Georgia"/>
              </a:defRPr>
            </a:lvl7pPr>
            <a:lvl8pPr>
              <a:buNone/>
              <a:defRPr sz="4350" b="0">
                <a:solidFill>
                  <a:srgbClr val="EFABC8"/>
                </a:solidFill>
                <a:latin typeface="Georgia"/>
                <a:ea typeface="Georgia"/>
                <a:cs typeface="Georgia"/>
              </a:defRPr>
            </a:lvl8pPr>
            <a:lvl9pPr>
              <a:buNone/>
              <a:defRPr sz="4350" b="0">
                <a:solidFill>
                  <a:srgbClr val="EFABC8"/>
                </a:solidFill>
                <a:latin typeface="Georgia"/>
                <a:ea typeface="Georgia"/>
                <a:cs typeface="Georgia"/>
              </a:defRPr>
            </a:lvl9pPr>
          </a:lstStyle>
          <a:p xmlns:a="http://schemas.openxmlformats.org/drawingml/2006/main">
            <a:pPr>
              <a:buNone/>
              <a:defRPr sz="4350" b="0">
                <a:solidFill>
                  <a:srgbClr val="EFABC8"/>
                </a:solidFill>
                <a:latin typeface="Georgia"/>
                <a:ea typeface="Georgia"/>
                <a:cs typeface="Georgia"/>
              </a:defRPr>
            </a:pPr>
            <a:r>
              <a:rPr sz="4350" b="0">
                <a:solidFill>
                  <a:srgbClr val="EFABC8"/>
                </a:solidFill>
                <a:latin typeface="Georgia"/>
                <a:ea typeface="Georgia"/>
                <a:cs typeface="Georgia"/>
              </a:rPr>
              <a:t>Pivot Desk</a:t>
            </a:r>
          </a:p>
        </p:txBody>
      </p:sp>
      <p:sp>
        <p:nvSpPr>
          <p:cNvPr id="2" name="">
            <a:extLst xmlns:a="http://schemas.openxmlformats.org/drawingml/2006/main">
              <a:ext uri="{FF2B5EF4-FFF2-40B4-BE49-F238E27FC236}">
                <a16:creationId xmlns:a16="http://schemas.microsoft.com/office/drawing/2014/main" id="{790B26B8-E7DE-49B7-A666-AF599B57FF4A}"/>
              </a:ext>
            </a:extLst>
          </p:cNvPr>
          <p:cNvSpPr>
            <a:spLocks xmlns:a="http://schemas.openxmlformats.org/drawingml/2006/main" noGrp="1"/>
          </p:cNvSpPr>
          <p:nvPr/>
        </p:nvSpPr>
        <p:spPr>
          <a:xfrm xmlns:a="http://schemas.openxmlformats.org/drawingml/2006/main">
            <a:off x="609600" y="1905000"/>
            <a:ext cx="10572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900" b="0">
                <a:solidFill>
                  <a:srgbClr val="F8F0F4"/>
                </a:solidFill>
                <a:latin typeface="Georgia"/>
                <a:ea typeface="Georgia"/>
                <a:cs typeface="Georgia"/>
              </a:defRPr>
            </a:defPPr>
            <a:lvl1pPr>
              <a:buNone/>
              <a:defRPr sz="3900" b="0">
                <a:solidFill>
                  <a:srgbClr val="F8F0F4"/>
                </a:solidFill>
                <a:latin typeface="Georgia"/>
                <a:ea typeface="Georgia"/>
                <a:cs typeface="Georgia"/>
              </a:defRPr>
            </a:lvl1pPr>
            <a:lvl2pPr>
              <a:buNone/>
              <a:defRPr sz="3900" b="0">
                <a:solidFill>
                  <a:srgbClr val="F8F0F4"/>
                </a:solidFill>
                <a:latin typeface="Georgia"/>
                <a:ea typeface="Georgia"/>
                <a:cs typeface="Georgia"/>
              </a:defRPr>
            </a:lvl2pPr>
            <a:lvl3pPr>
              <a:buNone/>
              <a:defRPr sz="3900" b="0">
                <a:solidFill>
                  <a:srgbClr val="F8F0F4"/>
                </a:solidFill>
                <a:latin typeface="Georgia"/>
                <a:ea typeface="Georgia"/>
                <a:cs typeface="Georgia"/>
              </a:defRPr>
            </a:lvl3pPr>
            <a:lvl4pPr>
              <a:buNone/>
              <a:defRPr sz="3900" b="0">
                <a:solidFill>
                  <a:srgbClr val="F8F0F4"/>
                </a:solidFill>
                <a:latin typeface="Georgia"/>
                <a:ea typeface="Georgia"/>
                <a:cs typeface="Georgia"/>
              </a:defRPr>
            </a:lvl4pPr>
            <a:lvl5pPr>
              <a:buNone/>
              <a:defRPr sz="3900" b="0">
                <a:solidFill>
                  <a:srgbClr val="F8F0F4"/>
                </a:solidFill>
                <a:latin typeface="Georgia"/>
                <a:ea typeface="Georgia"/>
                <a:cs typeface="Georgia"/>
              </a:defRPr>
            </a:lvl5pPr>
            <a:lvl6pPr>
              <a:buNone/>
              <a:defRPr sz="3900" b="0">
                <a:solidFill>
                  <a:srgbClr val="F8F0F4"/>
                </a:solidFill>
                <a:latin typeface="Georgia"/>
                <a:ea typeface="Georgia"/>
                <a:cs typeface="Georgia"/>
              </a:defRPr>
            </a:lvl6pPr>
            <a:lvl7pPr>
              <a:buNone/>
              <a:defRPr sz="3900" b="0">
                <a:solidFill>
                  <a:srgbClr val="F8F0F4"/>
                </a:solidFill>
                <a:latin typeface="Georgia"/>
                <a:ea typeface="Georgia"/>
                <a:cs typeface="Georgia"/>
              </a:defRPr>
            </a:lvl7pPr>
            <a:lvl8pPr>
              <a:buNone/>
              <a:defRPr sz="3900" b="0">
                <a:solidFill>
                  <a:srgbClr val="F8F0F4"/>
                </a:solidFill>
                <a:latin typeface="Georgia"/>
                <a:ea typeface="Georgia"/>
                <a:cs typeface="Georgia"/>
              </a:defRPr>
            </a:lvl8pPr>
            <a:lvl9pPr>
              <a:buNone/>
              <a:defRPr sz="3900" b="0">
                <a:solidFill>
                  <a:srgbClr val="F8F0F4"/>
                </a:solidFill>
                <a:latin typeface="Georgia"/>
                <a:ea typeface="Georgia"/>
                <a:cs typeface="Georgia"/>
              </a:defRPr>
            </a:lvl9pPr>
          </a:lstStyle>
          <a:p xmlns:a="http://schemas.openxmlformats.org/drawingml/2006/main">
            <a:pPr>
              <a:buNone/>
              <a:defRPr sz="3900" b="0">
                <a:solidFill>
                  <a:srgbClr val="F8F0F4"/>
                </a:solidFill>
                <a:latin typeface="Georgia"/>
                <a:ea typeface="Georgia"/>
                <a:cs typeface="Georgia"/>
              </a:defRPr>
            </a:pPr>
            <a:r>
              <a:rPr sz="3900" b="0">
                <a:solidFill>
                  <a:srgbClr val="F8F0F4"/>
                </a:solidFill>
                <a:latin typeface="Georgia"/>
                <a:ea typeface="Georgia"/>
                <a:cs typeface="Georgia"/>
              </a:rPr>
              <a:t>MBA recruiting with evidence.</a:t>
            </a:r>
          </a:p>
        </p:txBody>
      </p:sp>
      <p:sp>
        <p:nvSpPr>
          <p:cNvPr id="3" name="">
            <a:extLst xmlns:a="http://schemas.openxmlformats.org/drawingml/2006/main">
              <a:ext uri="{FF2B5EF4-FFF2-40B4-BE49-F238E27FC236}">
                <a16:creationId xmlns:a16="http://schemas.microsoft.com/office/drawing/2014/main" id="{B2E3ED01-FAF4-413A-B6EB-EED4ADD522BC}"/>
              </a:ext>
            </a:extLst>
          </p:cNvPr>
          <p:cNvSpPr>
            <a:spLocks xmlns:a="http://schemas.openxmlformats.org/drawingml/2006/main" noGrp="1"/>
          </p:cNvSpPr>
          <p:nvPr/>
        </p:nvSpPr>
        <p:spPr>
          <a:xfrm xmlns:a="http://schemas.openxmlformats.org/drawingml/2006/main">
            <a:off x="609600" y="2847975"/>
            <a:ext cx="10477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850" b="0">
                <a:solidFill>
                  <a:srgbClr val="F8F0F4"/>
                </a:solidFill>
                <a:latin typeface="Arial"/>
                <a:ea typeface="Arial"/>
                <a:cs typeface="Arial"/>
              </a:defRPr>
            </a:defPPr>
            <a:lvl1pPr>
              <a:buNone/>
              <a:defRPr sz="2850" b="0">
                <a:solidFill>
                  <a:srgbClr val="F8F0F4"/>
                </a:solidFill>
                <a:latin typeface="Arial"/>
                <a:ea typeface="Arial"/>
                <a:cs typeface="Arial"/>
              </a:defRPr>
            </a:lvl1pPr>
            <a:lvl2pPr>
              <a:buNone/>
              <a:defRPr sz="2850" b="0">
                <a:solidFill>
                  <a:srgbClr val="F8F0F4"/>
                </a:solidFill>
                <a:latin typeface="Arial"/>
                <a:ea typeface="Arial"/>
                <a:cs typeface="Arial"/>
              </a:defRPr>
            </a:lvl2pPr>
            <a:lvl3pPr>
              <a:buNone/>
              <a:defRPr sz="2850" b="0">
                <a:solidFill>
                  <a:srgbClr val="F8F0F4"/>
                </a:solidFill>
                <a:latin typeface="Arial"/>
                <a:ea typeface="Arial"/>
                <a:cs typeface="Arial"/>
              </a:defRPr>
            </a:lvl3pPr>
            <a:lvl4pPr>
              <a:buNone/>
              <a:defRPr sz="2850" b="0">
                <a:solidFill>
                  <a:srgbClr val="F8F0F4"/>
                </a:solidFill>
                <a:latin typeface="Arial"/>
                <a:ea typeface="Arial"/>
                <a:cs typeface="Arial"/>
              </a:defRPr>
            </a:lvl4pPr>
            <a:lvl5pPr>
              <a:buNone/>
              <a:defRPr sz="2850" b="0">
                <a:solidFill>
                  <a:srgbClr val="F8F0F4"/>
                </a:solidFill>
                <a:latin typeface="Arial"/>
                <a:ea typeface="Arial"/>
                <a:cs typeface="Arial"/>
              </a:defRPr>
            </a:lvl5pPr>
            <a:lvl6pPr>
              <a:buNone/>
              <a:defRPr sz="2850" b="0">
                <a:solidFill>
                  <a:srgbClr val="F8F0F4"/>
                </a:solidFill>
                <a:latin typeface="Arial"/>
                <a:ea typeface="Arial"/>
                <a:cs typeface="Arial"/>
              </a:defRPr>
            </a:lvl6pPr>
            <a:lvl7pPr>
              <a:buNone/>
              <a:defRPr sz="2850" b="0">
                <a:solidFill>
                  <a:srgbClr val="F8F0F4"/>
                </a:solidFill>
                <a:latin typeface="Arial"/>
                <a:ea typeface="Arial"/>
                <a:cs typeface="Arial"/>
              </a:defRPr>
            </a:lvl7pPr>
            <a:lvl8pPr>
              <a:buNone/>
              <a:defRPr sz="2850" b="0">
                <a:solidFill>
                  <a:srgbClr val="F8F0F4"/>
                </a:solidFill>
                <a:latin typeface="Arial"/>
                <a:ea typeface="Arial"/>
                <a:cs typeface="Arial"/>
              </a:defRPr>
            </a:lvl8pPr>
            <a:lvl9pPr>
              <a:buNone/>
              <a:defRPr sz="2850" b="0">
                <a:solidFill>
                  <a:srgbClr val="F8F0F4"/>
                </a:solidFill>
                <a:latin typeface="Arial"/>
                <a:ea typeface="Arial"/>
                <a:cs typeface="Arial"/>
              </a:defRPr>
            </a:lvl9pPr>
          </a:lstStyle>
          <a:p xmlns:a="http://schemas.openxmlformats.org/drawingml/2006/main">
            <a:pPr>
              <a:buNone/>
              <a:defRPr sz="2850" b="0">
                <a:solidFill>
                  <a:srgbClr val="F8F0F4"/>
                </a:solidFill>
                <a:latin typeface="Arial"/>
                <a:ea typeface="Arial"/>
                <a:cs typeface="Arial"/>
              </a:defRPr>
            </a:pPr>
            <a:r>
              <a:rPr sz="2850" b="0">
                <a:solidFill>
                  <a:srgbClr val="F8F0F4"/>
                </a:solidFill>
                <a:latin typeface="Arial"/>
                <a:ea typeface="Arial"/>
                <a:cs typeface="Arial"/>
              </a:rPr>
              <a:t>Application preparation with a final human say.</a:t>
            </a:r>
          </a:p>
        </p:txBody>
      </p:sp>
      <p:sp>
        <p:nvSpPr>
          <p:cNvPr id="4" name="">
            <a:extLst xmlns:a="http://schemas.openxmlformats.org/drawingml/2006/main">
              <a:ext uri="{FF2B5EF4-FFF2-40B4-BE49-F238E27FC236}">
                <a16:creationId xmlns:a16="http://schemas.microsoft.com/office/drawing/2014/main" id="{1B700E7A-EE2C-45A8-ABCC-D404D91D6AC6}"/>
              </a:ext>
            </a:extLst>
          </p:cNvPr>
          <p:cNvSpPr>
            <a:spLocks xmlns:a="http://schemas.openxmlformats.org/drawingml/2006/main" noGrp="1"/>
          </p:cNvSpPr>
          <p:nvPr/>
        </p:nvSpPr>
        <p:spPr>
          <a:xfrm xmlns:a="http://schemas.openxmlformats.org/drawingml/2006/main">
            <a:off x="609600" y="4476750"/>
            <a:ext cx="10287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CCB8C5"/>
                </a:solidFill>
                <a:latin typeface="Arial"/>
                <a:ea typeface="Arial"/>
                <a:cs typeface="Arial"/>
              </a:defRPr>
            </a:defPPr>
            <a:lvl1pPr>
              <a:buNone/>
              <a:defRPr sz="2100" b="0">
                <a:solidFill>
                  <a:srgbClr val="CCB8C5"/>
                </a:solidFill>
                <a:latin typeface="Arial"/>
                <a:ea typeface="Arial"/>
                <a:cs typeface="Arial"/>
              </a:defRPr>
            </a:lvl1pPr>
            <a:lvl2pPr>
              <a:buNone/>
              <a:defRPr sz="2100" b="0">
                <a:solidFill>
                  <a:srgbClr val="CCB8C5"/>
                </a:solidFill>
                <a:latin typeface="Arial"/>
                <a:ea typeface="Arial"/>
                <a:cs typeface="Arial"/>
              </a:defRPr>
            </a:lvl2pPr>
            <a:lvl3pPr>
              <a:buNone/>
              <a:defRPr sz="2100" b="0">
                <a:solidFill>
                  <a:srgbClr val="CCB8C5"/>
                </a:solidFill>
                <a:latin typeface="Arial"/>
                <a:ea typeface="Arial"/>
                <a:cs typeface="Arial"/>
              </a:defRPr>
            </a:lvl3pPr>
            <a:lvl4pPr>
              <a:buNone/>
              <a:defRPr sz="2100" b="0">
                <a:solidFill>
                  <a:srgbClr val="CCB8C5"/>
                </a:solidFill>
                <a:latin typeface="Arial"/>
                <a:ea typeface="Arial"/>
                <a:cs typeface="Arial"/>
              </a:defRPr>
            </a:lvl4pPr>
            <a:lvl5pPr>
              <a:buNone/>
              <a:defRPr sz="2100" b="0">
                <a:solidFill>
                  <a:srgbClr val="CCB8C5"/>
                </a:solidFill>
                <a:latin typeface="Arial"/>
                <a:ea typeface="Arial"/>
                <a:cs typeface="Arial"/>
              </a:defRPr>
            </a:lvl5pPr>
            <a:lvl6pPr>
              <a:buNone/>
              <a:defRPr sz="2100" b="0">
                <a:solidFill>
                  <a:srgbClr val="CCB8C5"/>
                </a:solidFill>
                <a:latin typeface="Arial"/>
                <a:ea typeface="Arial"/>
                <a:cs typeface="Arial"/>
              </a:defRPr>
            </a:lvl6pPr>
            <a:lvl7pPr>
              <a:buNone/>
              <a:defRPr sz="2100" b="0">
                <a:solidFill>
                  <a:srgbClr val="CCB8C5"/>
                </a:solidFill>
                <a:latin typeface="Arial"/>
                <a:ea typeface="Arial"/>
                <a:cs typeface="Arial"/>
              </a:defRPr>
            </a:lvl7pPr>
            <a:lvl8pPr>
              <a:buNone/>
              <a:defRPr sz="2100" b="0">
                <a:solidFill>
                  <a:srgbClr val="CCB8C5"/>
                </a:solidFill>
                <a:latin typeface="Arial"/>
                <a:ea typeface="Arial"/>
                <a:cs typeface="Arial"/>
              </a:defRPr>
            </a:lvl8pPr>
            <a:lvl9pPr>
              <a:buNone/>
              <a:defRPr sz="2100" b="0">
                <a:solidFill>
                  <a:srgbClr val="CCB8C5"/>
                </a:solidFill>
                <a:latin typeface="Arial"/>
                <a:ea typeface="Arial"/>
                <a:cs typeface="Arial"/>
              </a:defRPr>
            </a:lvl9pPr>
          </a:lstStyle>
          <a:p xmlns:a="http://schemas.openxmlformats.org/drawingml/2006/main">
            <a:pPr>
              <a:buNone/>
              <a:defRPr sz="2100" b="0">
                <a:solidFill>
                  <a:srgbClr val="CCB8C5"/>
                </a:solidFill>
                <a:latin typeface="Arial"/>
                <a:ea typeface="Arial"/>
                <a:cs typeface="Arial"/>
              </a:defRPr>
            </a:pPr>
            <a:r>
              <a:rPr sz="2100" b="0">
                <a:solidFill>
                  <a:srgbClr val="CCB8C5"/>
                </a:solidFill>
                <a:latin typeface="Arial"/>
                <a:ea typeface="Arial"/>
                <a:cs typeface="Arial"/>
              </a:rPr>
              <a:t>Qingyuan Zhang</a:t>
            </a:r>
          </a:p>
          <a:p xmlns:a="http://schemas.openxmlformats.org/drawingml/2006/main">
            <a:pPr>
              <a:buNone/>
              <a:defRPr sz="2100" b="0">
                <a:solidFill>
                  <a:srgbClr val="CCB8C5"/>
                </a:solidFill>
                <a:latin typeface="Arial"/>
                <a:ea typeface="Arial"/>
                <a:cs typeface="Arial"/>
              </a:defRPr>
            </a:pPr>
            <a:r>
              <a:rPr sz="2100" b="0">
                <a:solidFill>
                  <a:srgbClr val="CCB8C5"/>
                </a:solidFill>
                <a:latin typeface="Arial"/>
                <a:ea typeface="Arial"/>
                <a:cs typeface="Arial"/>
              </a:rPr>
              <a:t>AI Foundations for Managers · October 25, 2026</a:t>
            </a:r>
          </a:p>
        </p:txBody>
      </p:sp>
      <p:sp>
        <p:nvSpPr>
          <p:cNvPr id="5" name="">
            <a:extLst xmlns:a="http://schemas.openxmlformats.org/drawingml/2006/main">
              <a:ext uri="{FF2B5EF4-FFF2-40B4-BE49-F238E27FC236}">
                <a16:creationId xmlns:a16="http://schemas.microsoft.com/office/drawing/2014/main" id="{DB7FFA1A-741B-431E-BD91-E939B30DA25C}"/>
              </a:ext>
            </a:extLst>
          </p:cNvPr>
          <p:cNvSpPr>
            <a:spLocks xmlns:a="http://schemas.openxmlformats.org/drawingml/2006/main" noGrp="1"/>
          </p:cNvSpPr>
          <p:nvPr/>
        </p:nvSpPr>
        <p:spPr>
          <a:xfrm xmlns:a="http://schemas.openxmlformats.org/drawingml/2006/main">
            <a:off x="609600" y="6086475"/>
            <a:ext cx="109347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00" b="0">
                <a:solidFill>
                  <a:srgbClr val="CCB8C5"/>
                </a:solidFill>
                <a:latin typeface="Arial"/>
                <a:ea typeface="Arial"/>
                <a:cs typeface="Arial"/>
              </a:defRPr>
            </a:defPPr>
            <a:lvl1pPr>
              <a:buNone/>
              <a:defRPr sz="1500" b="0">
                <a:solidFill>
                  <a:srgbClr val="CCB8C5"/>
                </a:solidFill>
                <a:latin typeface="Arial"/>
                <a:ea typeface="Arial"/>
                <a:cs typeface="Arial"/>
              </a:defRPr>
            </a:lvl1pPr>
            <a:lvl2pPr>
              <a:buNone/>
              <a:defRPr sz="1500" b="0">
                <a:solidFill>
                  <a:srgbClr val="CCB8C5"/>
                </a:solidFill>
                <a:latin typeface="Arial"/>
                <a:ea typeface="Arial"/>
                <a:cs typeface="Arial"/>
              </a:defRPr>
            </a:lvl2pPr>
            <a:lvl3pPr>
              <a:buNone/>
              <a:defRPr sz="1500" b="0">
                <a:solidFill>
                  <a:srgbClr val="CCB8C5"/>
                </a:solidFill>
                <a:latin typeface="Arial"/>
                <a:ea typeface="Arial"/>
                <a:cs typeface="Arial"/>
              </a:defRPr>
            </a:lvl3pPr>
            <a:lvl4pPr>
              <a:buNone/>
              <a:defRPr sz="1500" b="0">
                <a:solidFill>
                  <a:srgbClr val="CCB8C5"/>
                </a:solidFill>
                <a:latin typeface="Arial"/>
                <a:ea typeface="Arial"/>
                <a:cs typeface="Arial"/>
              </a:defRPr>
            </a:lvl4pPr>
            <a:lvl5pPr>
              <a:buNone/>
              <a:defRPr sz="1500" b="0">
                <a:solidFill>
                  <a:srgbClr val="CCB8C5"/>
                </a:solidFill>
                <a:latin typeface="Arial"/>
                <a:ea typeface="Arial"/>
                <a:cs typeface="Arial"/>
              </a:defRPr>
            </a:lvl5pPr>
            <a:lvl6pPr>
              <a:buNone/>
              <a:defRPr sz="1500" b="0">
                <a:solidFill>
                  <a:srgbClr val="CCB8C5"/>
                </a:solidFill>
                <a:latin typeface="Arial"/>
                <a:ea typeface="Arial"/>
                <a:cs typeface="Arial"/>
              </a:defRPr>
            </a:lvl6pPr>
            <a:lvl7pPr>
              <a:buNone/>
              <a:defRPr sz="1500" b="0">
                <a:solidFill>
                  <a:srgbClr val="CCB8C5"/>
                </a:solidFill>
                <a:latin typeface="Arial"/>
                <a:ea typeface="Arial"/>
                <a:cs typeface="Arial"/>
              </a:defRPr>
            </a:lvl7pPr>
            <a:lvl8pPr>
              <a:buNone/>
              <a:defRPr sz="1500" b="0">
                <a:solidFill>
                  <a:srgbClr val="CCB8C5"/>
                </a:solidFill>
                <a:latin typeface="Arial"/>
                <a:ea typeface="Arial"/>
                <a:cs typeface="Arial"/>
              </a:defRPr>
            </a:lvl8pPr>
            <a:lvl9pPr>
              <a:buNone/>
              <a:defRPr sz="1500" b="0">
                <a:solidFill>
                  <a:srgbClr val="CCB8C5"/>
                </a:solidFill>
                <a:latin typeface="Arial"/>
                <a:ea typeface="Arial"/>
                <a:cs typeface="Arial"/>
              </a:defRPr>
            </a:lvl9pPr>
          </a:lstStyle>
          <a:p xmlns:a="http://schemas.openxmlformats.org/drawingml/2006/main">
            <a:pPr>
              <a:buNone/>
              <a:defRPr sz="1500" b="0">
                <a:solidFill>
                  <a:srgbClr val="CCB8C5"/>
                </a:solidFill>
                <a:latin typeface="Arial"/>
                <a:ea typeface="Arial"/>
                <a:cs typeface="Arial"/>
              </a:defRPr>
            </a:pPr>
            <a:r>
              <a:rPr sz="1500" b="0">
                <a:solidFill>
                  <a:srgbClr val="CCB8C5"/>
                </a:solidFill>
                <a:latin typeface="Arial"/>
                <a:ea typeface="Arial"/>
                <a:cs typeface="Arial"/>
              </a:rPr>
              <a:t>github.com/qingyuanzhangyaleedu/pivot-desk · Run locally with the README</a:t>
            </a:r>
          </a:p>
        </p:txBody>
      </p:sp>
    </p:spTree>
    <p:extLst>
      <p:ext uri="{BB962C8B-B14F-4D97-AF65-F5344CB8AC3E}">
        <p14:creationId xmlns:p14="http://schemas.microsoft.com/office/powerpoint/2010/main" val="878006218"/>
      </p:ext>
    </p:extLst>
  </p:cSld>
</p:sld>
</file>

<file path=ppt/slides/slide2.xml><?xml version="1.0" encoding="utf-8"?>
<p:sld xmlns:p="http://schemas.openxmlformats.org/presentationml/2006/main">
  <p:cSld>
    <p:bg>
      <p:bgPr>
        <a:solidFill xmlns:a="http://schemas.openxmlformats.org/drawingml/2006/main">
          <a:srgbClr val="241D25"/>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0E5CCE93-AFE5-490B-91D6-71797DDC8F9E}"/>
              </a:ext>
            </a:extLst>
          </p:cNvPr>
          <p:cNvSpPr>
            <a:spLocks xmlns:a="http://schemas.openxmlformats.org/drawingml/2006/main" noGrp="1"/>
          </p:cNvSpPr>
          <p:nvPr/>
        </p:nvSpPr>
        <p:spPr>
          <a:xfrm xmlns:a="http://schemas.openxmlformats.org/drawingml/2006/main">
            <a:off x="609600" y="4191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4350" b="0">
                <a:solidFill>
                  <a:srgbClr val="EFABC8"/>
                </a:solidFill>
                <a:latin typeface="Georgia"/>
                <a:ea typeface="Georgia"/>
                <a:cs typeface="Georgia"/>
              </a:defRPr>
            </a:defPPr>
            <a:lvl1pPr>
              <a:buNone/>
              <a:defRPr sz="4350" b="0">
                <a:solidFill>
                  <a:srgbClr val="EFABC8"/>
                </a:solidFill>
                <a:latin typeface="Georgia"/>
                <a:ea typeface="Georgia"/>
                <a:cs typeface="Georgia"/>
              </a:defRPr>
            </a:lvl1pPr>
            <a:lvl2pPr>
              <a:buNone/>
              <a:defRPr sz="4350" b="0">
                <a:solidFill>
                  <a:srgbClr val="EFABC8"/>
                </a:solidFill>
                <a:latin typeface="Georgia"/>
                <a:ea typeface="Georgia"/>
                <a:cs typeface="Georgia"/>
              </a:defRPr>
            </a:lvl2pPr>
            <a:lvl3pPr>
              <a:buNone/>
              <a:defRPr sz="4350" b="0">
                <a:solidFill>
                  <a:srgbClr val="EFABC8"/>
                </a:solidFill>
                <a:latin typeface="Georgia"/>
                <a:ea typeface="Georgia"/>
                <a:cs typeface="Georgia"/>
              </a:defRPr>
            </a:lvl3pPr>
            <a:lvl4pPr>
              <a:buNone/>
              <a:defRPr sz="4350" b="0">
                <a:solidFill>
                  <a:srgbClr val="EFABC8"/>
                </a:solidFill>
                <a:latin typeface="Georgia"/>
                <a:ea typeface="Georgia"/>
                <a:cs typeface="Georgia"/>
              </a:defRPr>
            </a:lvl4pPr>
            <a:lvl5pPr>
              <a:buNone/>
              <a:defRPr sz="4350" b="0">
                <a:solidFill>
                  <a:srgbClr val="EFABC8"/>
                </a:solidFill>
                <a:latin typeface="Georgia"/>
                <a:ea typeface="Georgia"/>
                <a:cs typeface="Georgia"/>
              </a:defRPr>
            </a:lvl5pPr>
            <a:lvl6pPr>
              <a:buNone/>
              <a:defRPr sz="4350" b="0">
                <a:solidFill>
                  <a:srgbClr val="EFABC8"/>
                </a:solidFill>
                <a:latin typeface="Georgia"/>
                <a:ea typeface="Georgia"/>
                <a:cs typeface="Georgia"/>
              </a:defRPr>
            </a:lvl6pPr>
            <a:lvl7pPr>
              <a:buNone/>
              <a:defRPr sz="4350" b="0">
                <a:solidFill>
                  <a:srgbClr val="EFABC8"/>
                </a:solidFill>
                <a:latin typeface="Georgia"/>
                <a:ea typeface="Georgia"/>
                <a:cs typeface="Georgia"/>
              </a:defRPr>
            </a:lvl7pPr>
            <a:lvl8pPr>
              <a:buNone/>
              <a:defRPr sz="4350" b="0">
                <a:solidFill>
                  <a:srgbClr val="EFABC8"/>
                </a:solidFill>
                <a:latin typeface="Georgia"/>
                <a:ea typeface="Georgia"/>
                <a:cs typeface="Georgia"/>
              </a:defRPr>
            </a:lvl8pPr>
            <a:lvl9pPr>
              <a:buNone/>
              <a:defRPr sz="4350" b="0">
                <a:solidFill>
                  <a:srgbClr val="EFABC8"/>
                </a:solidFill>
                <a:latin typeface="Georgia"/>
                <a:ea typeface="Georgia"/>
                <a:cs typeface="Georgia"/>
              </a:defRPr>
            </a:lvl9pPr>
          </a:lstStyle>
          <a:p xmlns:a="http://schemas.openxmlformats.org/drawingml/2006/main">
            <a:pPr>
              <a:buNone/>
              <a:defRPr sz="4350" b="0">
                <a:solidFill>
                  <a:srgbClr val="EFABC8"/>
                </a:solidFill>
                <a:latin typeface="Georgia"/>
                <a:ea typeface="Georgia"/>
                <a:cs typeface="Georgia"/>
              </a:defRPr>
            </a:pPr>
            <a:r>
              <a:rPr sz="4350" b="0">
                <a:solidFill>
                  <a:srgbClr val="EFABC8"/>
                </a:solidFill>
                <a:latin typeface="Georgia"/>
                <a:ea typeface="Georgia"/>
                <a:cs typeface="Georgia"/>
              </a:rPr>
              <a:t>A career pivot creates repeated work</a:t>
            </a:r>
          </a:p>
        </p:txBody>
      </p:sp>
      <p:sp>
        <p:nvSpPr>
          <p:cNvPr id="2" name="">
            <a:extLst xmlns:a="http://schemas.openxmlformats.org/drawingml/2006/main">
              <a:ext uri="{FF2B5EF4-FFF2-40B4-BE49-F238E27FC236}">
                <a16:creationId xmlns:a16="http://schemas.microsoft.com/office/drawing/2014/main" id="{319B17FC-E18F-47DC-A280-589DCA5A2C46}"/>
              </a:ext>
            </a:extLst>
          </p:cNvPr>
          <p:cNvSpPr>
            <a:spLocks xmlns:a="http://schemas.openxmlformats.org/drawingml/2006/main" noGrp="1"/>
          </p:cNvSpPr>
          <p:nvPr/>
        </p:nvSpPr>
        <p:spPr>
          <a:xfrm xmlns:a="http://schemas.openxmlformats.org/drawingml/2006/main">
            <a:off x="609600" y="1743075"/>
            <a:ext cx="5048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625" b="0">
                <a:solidFill>
                  <a:srgbClr val="EFABC8"/>
                </a:solidFill>
                <a:latin typeface="Arial"/>
                <a:ea typeface="Arial"/>
                <a:cs typeface="Arial"/>
              </a:defRPr>
            </a:defPPr>
            <a:lvl1pPr>
              <a:buNone/>
              <a:defRPr sz="2625" b="0">
                <a:solidFill>
                  <a:srgbClr val="EFABC8"/>
                </a:solidFill>
                <a:latin typeface="Arial"/>
                <a:ea typeface="Arial"/>
                <a:cs typeface="Arial"/>
              </a:defRPr>
            </a:lvl1pPr>
            <a:lvl2pPr>
              <a:buNone/>
              <a:defRPr sz="2625" b="0">
                <a:solidFill>
                  <a:srgbClr val="EFABC8"/>
                </a:solidFill>
                <a:latin typeface="Arial"/>
                <a:ea typeface="Arial"/>
                <a:cs typeface="Arial"/>
              </a:defRPr>
            </a:lvl2pPr>
            <a:lvl3pPr>
              <a:buNone/>
              <a:defRPr sz="2625" b="0">
                <a:solidFill>
                  <a:srgbClr val="EFABC8"/>
                </a:solidFill>
                <a:latin typeface="Arial"/>
                <a:ea typeface="Arial"/>
                <a:cs typeface="Arial"/>
              </a:defRPr>
            </a:lvl3pPr>
            <a:lvl4pPr>
              <a:buNone/>
              <a:defRPr sz="2625" b="0">
                <a:solidFill>
                  <a:srgbClr val="EFABC8"/>
                </a:solidFill>
                <a:latin typeface="Arial"/>
                <a:ea typeface="Arial"/>
                <a:cs typeface="Arial"/>
              </a:defRPr>
            </a:lvl4pPr>
            <a:lvl5pPr>
              <a:buNone/>
              <a:defRPr sz="2625" b="0">
                <a:solidFill>
                  <a:srgbClr val="EFABC8"/>
                </a:solidFill>
                <a:latin typeface="Arial"/>
                <a:ea typeface="Arial"/>
                <a:cs typeface="Arial"/>
              </a:defRPr>
            </a:lvl5pPr>
            <a:lvl6pPr>
              <a:buNone/>
              <a:defRPr sz="2625" b="0">
                <a:solidFill>
                  <a:srgbClr val="EFABC8"/>
                </a:solidFill>
                <a:latin typeface="Arial"/>
                <a:ea typeface="Arial"/>
                <a:cs typeface="Arial"/>
              </a:defRPr>
            </a:lvl6pPr>
            <a:lvl7pPr>
              <a:buNone/>
              <a:defRPr sz="2625" b="0">
                <a:solidFill>
                  <a:srgbClr val="EFABC8"/>
                </a:solidFill>
                <a:latin typeface="Arial"/>
                <a:ea typeface="Arial"/>
                <a:cs typeface="Arial"/>
              </a:defRPr>
            </a:lvl7pPr>
            <a:lvl8pPr>
              <a:buNone/>
              <a:defRPr sz="2625" b="0">
                <a:solidFill>
                  <a:srgbClr val="EFABC8"/>
                </a:solidFill>
                <a:latin typeface="Arial"/>
                <a:ea typeface="Arial"/>
                <a:cs typeface="Arial"/>
              </a:defRPr>
            </a:lvl8pPr>
            <a:lvl9pPr>
              <a:buNone/>
              <a:defRPr sz="2625" b="0">
                <a:solidFill>
                  <a:srgbClr val="EFABC8"/>
                </a:solidFill>
                <a:latin typeface="Arial"/>
                <a:ea typeface="Arial"/>
                <a:cs typeface="Arial"/>
              </a:defRPr>
            </a:lvl9pPr>
          </a:lstStyle>
          <a:p xmlns:a="http://schemas.openxmlformats.org/drawingml/2006/main">
            <a:pPr>
              <a:buNone/>
              <a:defRPr sz="2625" b="0">
                <a:solidFill>
                  <a:srgbClr val="EFABC8"/>
                </a:solidFill>
                <a:latin typeface="Arial"/>
                <a:ea typeface="Arial"/>
                <a:cs typeface="Arial"/>
              </a:defRPr>
            </a:pPr>
            <a:r>
              <a:rPr sz="2625" b="0">
                <a:solidFill>
                  <a:srgbClr val="EFABC8"/>
                </a:solidFill>
                <a:latin typeface="Arial"/>
                <a:ea typeface="Arial"/>
                <a:cs typeface="Arial"/>
              </a:rPr>
              <a:t>Choose the right roles</a:t>
            </a:r>
          </a:p>
        </p:txBody>
      </p:sp>
      <p:sp>
        <p:nvSpPr>
          <p:cNvPr id="3" name="">
            <a:extLst xmlns:a="http://schemas.openxmlformats.org/drawingml/2006/main">
              <a:ext uri="{FF2B5EF4-FFF2-40B4-BE49-F238E27FC236}">
                <a16:creationId xmlns:a16="http://schemas.microsoft.com/office/drawing/2014/main" id="{D18E9A5F-3AC4-498E-B6EA-49DEA94E2504}"/>
              </a:ext>
            </a:extLst>
          </p:cNvPr>
          <p:cNvSpPr>
            <a:spLocks xmlns:a="http://schemas.openxmlformats.org/drawingml/2006/main" noGrp="1"/>
          </p:cNvSpPr>
          <p:nvPr/>
        </p:nvSpPr>
        <p:spPr>
          <a:xfrm xmlns:a="http://schemas.openxmlformats.org/drawingml/2006/main">
            <a:off x="609600" y="2505075"/>
            <a:ext cx="5048250" cy="2381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0">
                <a:solidFill>
                  <a:srgbClr val="F8F0F4"/>
                </a:solidFill>
                <a:latin typeface="Arial"/>
                <a:ea typeface="Arial"/>
                <a:cs typeface="Arial"/>
              </a:defRPr>
            </a:defPPr>
            <a:lvl1pPr>
              <a:buNone/>
              <a:defRPr sz="2400" b="0">
                <a:solidFill>
                  <a:srgbClr val="F8F0F4"/>
                </a:solidFill>
                <a:latin typeface="Arial"/>
                <a:ea typeface="Arial"/>
                <a:cs typeface="Arial"/>
              </a:defRPr>
            </a:lvl1pPr>
            <a:lvl2pPr>
              <a:buNone/>
              <a:defRPr sz="2400" b="0">
                <a:solidFill>
                  <a:srgbClr val="F8F0F4"/>
                </a:solidFill>
                <a:latin typeface="Arial"/>
                <a:ea typeface="Arial"/>
                <a:cs typeface="Arial"/>
              </a:defRPr>
            </a:lvl2pPr>
            <a:lvl3pPr>
              <a:buNone/>
              <a:defRPr sz="2400" b="0">
                <a:solidFill>
                  <a:srgbClr val="F8F0F4"/>
                </a:solidFill>
                <a:latin typeface="Arial"/>
                <a:ea typeface="Arial"/>
                <a:cs typeface="Arial"/>
              </a:defRPr>
            </a:lvl3pPr>
            <a:lvl4pPr>
              <a:buNone/>
              <a:defRPr sz="2400" b="0">
                <a:solidFill>
                  <a:srgbClr val="F8F0F4"/>
                </a:solidFill>
                <a:latin typeface="Arial"/>
                <a:ea typeface="Arial"/>
                <a:cs typeface="Arial"/>
              </a:defRPr>
            </a:lvl4pPr>
            <a:lvl5pPr>
              <a:buNone/>
              <a:defRPr sz="2400" b="0">
                <a:solidFill>
                  <a:srgbClr val="F8F0F4"/>
                </a:solidFill>
                <a:latin typeface="Arial"/>
                <a:ea typeface="Arial"/>
                <a:cs typeface="Arial"/>
              </a:defRPr>
            </a:lvl5pPr>
            <a:lvl6pPr>
              <a:buNone/>
              <a:defRPr sz="2400" b="0">
                <a:solidFill>
                  <a:srgbClr val="F8F0F4"/>
                </a:solidFill>
                <a:latin typeface="Arial"/>
                <a:ea typeface="Arial"/>
                <a:cs typeface="Arial"/>
              </a:defRPr>
            </a:lvl6pPr>
            <a:lvl7pPr>
              <a:buNone/>
              <a:defRPr sz="2400" b="0">
                <a:solidFill>
                  <a:srgbClr val="F8F0F4"/>
                </a:solidFill>
                <a:latin typeface="Arial"/>
                <a:ea typeface="Arial"/>
                <a:cs typeface="Arial"/>
              </a:defRPr>
            </a:lvl7pPr>
            <a:lvl8pPr>
              <a:buNone/>
              <a:defRPr sz="2400" b="0">
                <a:solidFill>
                  <a:srgbClr val="F8F0F4"/>
                </a:solidFill>
                <a:latin typeface="Arial"/>
                <a:ea typeface="Arial"/>
                <a:cs typeface="Arial"/>
              </a:defRPr>
            </a:lvl8pPr>
            <a:lvl9pPr>
              <a:buNone/>
              <a:defRPr sz="2400" b="0">
                <a:solidFill>
                  <a:srgbClr val="F8F0F4"/>
                </a:solidFill>
                <a:latin typeface="Arial"/>
                <a:ea typeface="Arial"/>
                <a:cs typeface="Arial"/>
              </a:defRPr>
            </a:lvl9pPr>
          </a:lstStyle>
          <a:p xmlns:a="http://schemas.openxmlformats.org/drawingml/2006/main">
            <a:pPr>
              <a:buNone/>
              <a:defRPr sz="2400" b="0">
                <a:solidFill>
                  <a:srgbClr val="F8F0F4"/>
                </a:solidFill>
                <a:latin typeface="Arial"/>
                <a:ea typeface="Arial"/>
                <a:cs typeface="Arial"/>
              </a:defRPr>
            </a:pPr>
            <a:r>
              <a:rPr sz="2400" b="0">
                <a:solidFill>
                  <a:srgbClr val="F8F0F4"/>
                </a:solidFill>
                <a:latin typeface="Arial"/>
                <a:ea typeface="Arial"/>
                <a:cs typeface="Arial"/>
              </a:rPr>
              <a:t>West Coast healthcare and technology.</a:t>
            </a:r>
          </a:p>
          <a:p xmlns:a="http://schemas.openxmlformats.org/drawingml/2006/main">
            <a:pPr>
              <a:buNone/>
              <a:defRPr sz="2400" b="0">
                <a:solidFill>
                  <a:srgbClr val="F8F0F4"/>
                </a:solidFill>
                <a:latin typeface="Arial"/>
                <a:ea typeface="Arial"/>
                <a:cs typeface="Arial"/>
              </a:defRPr>
            </a:pPr>
            <a:r>
              <a:rPr sz="2400" b="0">
                <a:solidFill>
                  <a:srgbClr val="F8F0F4"/>
                </a:solidFill>
                <a:latin typeface="Arial"/>
                <a:ea typeface="Arial"/>
                <a:cs typeface="Arial"/>
              </a:rPr>
              <a:t>Exclude investment-banking roles.</a:t>
            </a:r>
          </a:p>
          <a:p xmlns:a="http://schemas.openxmlformats.org/drawingml/2006/main">
            <a:pPr>
              <a:buNone/>
              <a:defRPr sz="2400" b="0">
                <a:solidFill>
                  <a:srgbClr val="F8F0F4"/>
                </a:solidFill>
                <a:latin typeface="Arial"/>
                <a:ea typeface="Arial"/>
                <a:cs typeface="Arial"/>
              </a:defRPr>
            </a:pPr>
            <a:r>
              <a:rPr sz="2400" b="0">
                <a:solidFill>
                  <a:srgbClr val="F8F0F4"/>
                </a:solidFill>
                <a:latin typeface="Arial"/>
                <a:ea typeface="Arial"/>
                <a:cs typeface="Arial"/>
              </a:rPr>
              <a:t>Check degree timing and real experience.</a:t>
            </a:r>
          </a:p>
        </p:txBody>
      </p:sp>
      <p:sp>
        <p:nvSpPr>
          <p:cNvPr id="4" name="">
            <a:extLst xmlns:a="http://schemas.openxmlformats.org/drawingml/2006/main">
              <a:ext uri="{FF2B5EF4-FFF2-40B4-BE49-F238E27FC236}">
                <a16:creationId xmlns:a16="http://schemas.microsoft.com/office/drawing/2014/main" id="{D3A31E09-4A8A-447C-A481-4720125908E9}"/>
              </a:ext>
            </a:extLst>
          </p:cNvPr>
          <p:cNvSpPr>
            <a:spLocks xmlns:a="http://schemas.openxmlformats.org/drawingml/2006/main" noGrp="1"/>
          </p:cNvSpPr>
          <p:nvPr/>
        </p:nvSpPr>
        <p:spPr>
          <a:xfrm xmlns:a="http://schemas.openxmlformats.org/drawingml/2006/main">
            <a:off x="6572250" y="1743075"/>
            <a:ext cx="5048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625" b="0">
                <a:solidFill>
                  <a:srgbClr val="EFABC8"/>
                </a:solidFill>
                <a:latin typeface="Arial"/>
                <a:ea typeface="Arial"/>
                <a:cs typeface="Arial"/>
              </a:defRPr>
            </a:defPPr>
            <a:lvl1pPr>
              <a:buNone/>
              <a:defRPr sz="2625" b="0">
                <a:solidFill>
                  <a:srgbClr val="EFABC8"/>
                </a:solidFill>
                <a:latin typeface="Arial"/>
                <a:ea typeface="Arial"/>
                <a:cs typeface="Arial"/>
              </a:defRPr>
            </a:lvl1pPr>
            <a:lvl2pPr>
              <a:buNone/>
              <a:defRPr sz="2625" b="0">
                <a:solidFill>
                  <a:srgbClr val="EFABC8"/>
                </a:solidFill>
                <a:latin typeface="Arial"/>
                <a:ea typeface="Arial"/>
                <a:cs typeface="Arial"/>
              </a:defRPr>
            </a:lvl2pPr>
            <a:lvl3pPr>
              <a:buNone/>
              <a:defRPr sz="2625" b="0">
                <a:solidFill>
                  <a:srgbClr val="EFABC8"/>
                </a:solidFill>
                <a:latin typeface="Arial"/>
                <a:ea typeface="Arial"/>
                <a:cs typeface="Arial"/>
              </a:defRPr>
            </a:lvl3pPr>
            <a:lvl4pPr>
              <a:buNone/>
              <a:defRPr sz="2625" b="0">
                <a:solidFill>
                  <a:srgbClr val="EFABC8"/>
                </a:solidFill>
                <a:latin typeface="Arial"/>
                <a:ea typeface="Arial"/>
                <a:cs typeface="Arial"/>
              </a:defRPr>
            </a:lvl4pPr>
            <a:lvl5pPr>
              <a:buNone/>
              <a:defRPr sz="2625" b="0">
                <a:solidFill>
                  <a:srgbClr val="EFABC8"/>
                </a:solidFill>
                <a:latin typeface="Arial"/>
                <a:ea typeface="Arial"/>
                <a:cs typeface="Arial"/>
              </a:defRPr>
            </a:lvl5pPr>
            <a:lvl6pPr>
              <a:buNone/>
              <a:defRPr sz="2625" b="0">
                <a:solidFill>
                  <a:srgbClr val="EFABC8"/>
                </a:solidFill>
                <a:latin typeface="Arial"/>
                <a:ea typeface="Arial"/>
                <a:cs typeface="Arial"/>
              </a:defRPr>
            </a:lvl6pPr>
            <a:lvl7pPr>
              <a:buNone/>
              <a:defRPr sz="2625" b="0">
                <a:solidFill>
                  <a:srgbClr val="EFABC8"/>
                </a:solidFill>
                <a:latin typeface="Arial"/>
                <a:ea typeface="Arial"/>
                <a:cs typeface="Arial"/>
              </a:defRPr>
            </a:lvl7pPr>
            <a:lvl8pPr>
              <a:buNone/>
              <a:defRPr sz="2625" b="0">
                <a:solidFill>
                  <a:srgbClr val="EFABC8"/>
                </a:solidFill>
                <a:latin typeface="Arial"/>
                <a:ea typeface="Arial"/>
                <a:cs typeface="Arial"/>
              </a:defRPr>
            </a:lvl8pPr>
            <a:lvl9pPr>
              <a:buNone/>
              <a:defRPr sz="2625" b="0">
                <a:solidFill>
                  <a:srgbClr val="EFABC8"/>
                </a:solidFill>
                <a:latin typeface="Arial"/>
                <a:ea typeface="Arial"/>
                <a:cs typeface="Arial"/>
              </a:defRPr>
            </a:lvl9pPr>
          </a:lstStyle>
          <a:p xmlns:a="http://schemas.openxmlformats.org/drawingml/2006/main">
            <a:pPr>
              <a:buNone/>
              <a:defRPr sz="2625" b="0">
                <a:solidFill>
                  <a:srgbClr val="EFABC8"/>
                </a:solidFill>
                <a:latin typeface="Arial"/>
                <a:ea typeface="Arial"/>
                <a:cs typeface="Arial"/>
              </a:defRPr>
            </a:pPr>
            <a:r>
              <a:rPr sz="2625" b="0">
                <a:solidFill>
                  <a:srgbClr val="EFABC8"/>
                </a:solidFill>
                <a:latin typeface="Arial"/>
                <a:ea typeface="Arial"/>
                <a:cs typeface="Arial"/>
              </a:rPr>
              <a:t>Prepare the same facts</a:t>
            </a:r>
          </a:p>
        </p:txBody>
      </p:sp>
      <p:sp>
        <p:nvSpPr>
          <p:cNvPr id="5" name="">
            <a:extLst xmlns:a="http://schemas.openxmlformats.org/drawingml/2006/main">
              <a:ext uri="{FF2B5EF4-FFF2-40B4-BE49-F238E27FC236}">
                <a16:creationId xmlns:a16="http://schemas.microsoft.com/office/drawing/2014/main" id="{5D2B0CC1-FF8C-4F02-A505-46FEFF078ABE}"/>
              </a:ext>
            </a:extLst>
          </p:cNvPr>
          <p:cNvSpPr>
            <a:spLocks xmlns:a="http://schemas.openxmlformats.org/drawingml/2006/main" noGrp="1"/>
          </p:cNvSpPr>
          <p:nvPr/>
        </p:nvSpPr>
        <p:spPr>
          <a:xfrm xmlns:a="http://schemas.openxmlformats.org/drawingml/2006/main">
            <a:off x="6572250" y="2505075"/>
            <a:ext cx="5010150" cy="2381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0">
                <a:solidFill>
                  <a:srgbClr val="F8F0F4"/>
                </a:solidFill>
                <a:latin typeface="Arial"/>
                <a:ea typeface="Arial"/>
                <a:cs typeface="Arial"/>
              </a:defRPr>
            </a:defPPr>
            <a:lvl1pPr>
              <a:buNone/>
              <a:defRPr sz="2400" b="0">
                <a:solidFill>
                  <a:srgbClr val="F8F0F4"/>
                </a:solidFill>
                <a:latin typeface="Arial"/>
                <a:ea typeface="Arial"/>
                <a:cs typeface="Arial"/>
              </a:defRPr>
            </a:lvl1pPr>
            <a:lvl2pPr>
              <a:buNone/>
              <a:defRPr sz="2400" b="0">
                <a:solidFill>
                  <a:srgbClr val="F8F0F4"/>
                </a:solidFill>
                <a:latin typeface="Arial"/>
                <a:ea typeface="Arial"/>
                <a:cs typeface="Arial"/>
              </a:defRPr>
            </a:lvl2pPr>
            <a:lvl3pPr>
              <a:buNone/>
              <a:defRPr sz="2400" b="0">
                <a:solidFill>
                  <a:srgbClr val="F8F0F4"/>
                </a:solidFill>
                <a:latin typeface="Arial"/>
                <a:ea typeface="Arial"/>
                <a:cs typeface="Arial"/>
              </a:defRPr>
            </a:lvl3pPr>
            <a:lvl4pPr>
              <a:buNone/>
              <a:defRPr sz="2400" b="0">
                <a:solidFill>
                  <a:srgbClr val="F8F0F4"/>
                </a:solidFill>
                <a:latin typeface="Arial"/>
                <a:ea typeface="Arial"/>
                <a:cs typeface="Arial"/>
              </a:defRPr>
            </a:lvl4pPr>
            <a:lvl5pPr>
              <a:buNone/>
              <a:defRPr sz="2400" b="0">
                <a:solidFill>
                  <a:srgbClr val="F8F0F4"/>
                </a:solidFill>
                <a:latin typeface="Arial"/>
                <a:ea typeface="Arial"/>
                <a:cs typeface="Arial"/>
              </a:defRPr>
            </a:lvl5pPr>
            <a:lvl6pPr>
              <a:buNone/>
              <a:defRPr sz="2400" b="0">
                <a:solidFill>
                  <a:srgbClr val="F8F0F4"/>
                </a:solidFill>
                <a:latin typeface="Arial"/>
                <a:ea typeface="Arial"/>
                <a:cs typeface="Arial"/>
              </a:defRPr>
            </a:lvl6pPr>
            <a:lvl7pPr>
              <a:buNone/>
              <a:defRPr sz="2400" b="0">
                <a:solidFill>
                  <a:srgbClr val="F8F0F4"/>
                </a:solidFill>
                <a:latin typeface="Arial"/>
                <a:ea typeface="Arial"/>
                <a:cs typeface="Arial"/>
              </a:defRPr>
            </a:lvl7pPr>
            <a:lvl8pPr>
              <a:buNone/>
              <a:defRPr sz="2400" b="0">
                <a:solidFill>
                  <a:srgbClr val="F8F0F4"/>
                </a:solidFill>
                <a:latin typeface="Arial"/>
                <a:ea typeface="Arial"/>
                <a:cs typeface="Arial"/>
              </a:defRPr>
            </a:lvl8pPr>
            <a:lvl9pPr>
              <a:buNone/>
              <a:defRPr sz="2400" b="0">
                <a:solidFill>
                  <a:srgbClr val="F8F0F4"/>
                </a:solidFill>
                <a:latin typeface="Arial"/>
                <a:ea typeface="Arial"/>
                <a:cs typeface="Arial"/>
              </a:defRPr>
            </a:lvl9pPr>
          </a:lstStyle>
          <a:p xmlns:a="http://schemas.openxmlformats.org/drawingml/2006/main">
            <a:pPr>
              <a:buNone/>
              <a:defRPr sz="2400" b="0">
                <a:solidFill>
                  <a:srgbClr val="F8F0F4"/>
                </a:solidFill>
                <a:latin typeface="Arial"/>
                <a:ea typeface="Arial"/>
                <a:cs typeface="Arial"/>
              </a:defRPr>
            </a:pPr>
            <a:r>
              <a:rPr sz="2400" b="0">
                <a:solidFill>
                  <a:srgbClr val="F8F0F4"/>
                </a:solidFill>
                <a:latin typeface="Arial"/>
                <a:ea typeface="Arial"/>
                <a:cs typeface="Arial"/>
              </a:rPr>
              <a:t>Work history, education and languages.</a:t>
            </a:r>
          </a:p>
          <a:p xmlns:a="http://schemas.openxmlformats.org/drawingml/2006/main">
            <a:pPr>
              <a:buNone/>
              <a:defRPr sz="2400" b="0">
                <a:solidFill>
                  <a:srgbClr val="F8F0F4"/>
                </a:solidFill>
                <a:latin typeface="Arial"/>
                <a:ea typeface="Arial"/>
                <a:cs typeface="Arial"/>
              </a:defRPr>
            </a:pPr>
            <a:r>
              <a:rPr sz="2400" b="0">
                <a:solidFill>
                  <a:srgbClr val="F8F0F4"/>
                </a:solidFill>
                <a:latin typeface="Arial"/>
                <a:ea typeface="Arial"/>
                <a:cs typeface="Arial"/>
              </a:rPr>
              <a:t>Review once and reuse.</a:t>
            </a:r>
          </a:p>
          <a:p xmlns:a="http://schemas.openxmlformats.org/drawingml/2006/main">
            <a:pPr>
              <a:buNone/>
              <a:defRPr sz="2400" b="0">
                <a:solidFill>
                  <a:srgbClr val="F8F0F4"/>
                </a:solidFill>
                <a:latin typeface="Arial"/>
                <a:ea typeface="Arial"/>
                <a:cs typeface="Arial"/>
              </a:defRPr>
            </a:pPr>
            <a:r>
              <a:rPr sz="2400" b="0">
                <a:solidFill>
                  <a:srgbClr val="F8F0F4"/>
                </a:solidFill>
                <a:latin typeface="Arial"/>
                <a:ea typeface="Arial"/>
                <a:cs typeface="Arial"/>
              </a:rPr>
              <a:t>Keep legal acceptance and submission manual.</a:t>
            </a:r>
          </a:p>
        </p:txBody>
      </p:sp>
      <p:sp>
        <p:nvSpPr>
          <p:cNvPr id="6" name="">
            <a:extLst xmlns:a="http://schemas.openxmlformats.org/drawingml/2006/main">
              <a:ext uri="{FF2B5EF4-FFF2-40B4-BE49-F238E27FC236}">
                <a16:creationId xmlns:a16="http://schemas.microsoft.com/office/drawing/2014/main" id="{F9953B32-B905-450F-9097-9871D93AA9CB}"/>
              </a:ext>
            </a:extLst>
          </p:cNvPr>
          <p:cNvSpPr>
            <a:spLocks xmlns:a="http://schemas.openxmlformats.org/drawingml/2006/main" noGrp="1"/>
          </p:cNvSpPr>
          <p:nvPr/>
        </p:nvSpPr>
        <p:spPr>
          <a:xfrm xmlns:a="http://schemas.openxmlformats.org/drawingml/2006/main">
            <a:off x="609600" y="6086475"/>
            <a:ext cx="109347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00" b="0">
                <a:solidFill>
                  <a:srgbClr val="CCB8C5"/>
                </a:solidFill>
                <a:latin typeface="Arial"/>
                <a:ea typeface="Arial"/>
                <a:cs typeface="Arial"/>
              </a:defRPr>
            </a:defPPr>
            <a:lvl1pPr>
              <a:buNone/>
              <a:defRPr sz="1500" b="0">
                <a:solidFill>
                  <a:srgbClr val="CCB8C5"/>
                </a:solidFill>
                <a:latin typeface="Arial"/>
                <a:ea typeface="Arial"/>
                <a:cs typeface="Arial"/>
              </a:defRPr>
            </a:lvl1pPr>
            <a:lvl2pPr>
              <a:buNone/>
              <a:defRPr sz="1500" b="0">
                <a:solidFill>
                  <a:srgbClr val="CCB8C5"/>
                </a:solidFill>
                <a:latin typeface="Arial"/>
                <a:ea typeface="Arial"/>
                <a:cs typeface="Arial"/>
              </a:defRPr>
            </a:lvl2pPr>
            <a:lvl3pPr>
              <a:buNone/>
              <a:defRPr sz="1500" b="0">
                <a:solidFill>
                  <a:srgbClr val="CCB8C5"/>
                </a:solidFill>
                <a:latin typeface="Arial"/>
                <a:ea typeface="Arial"/>
                <a:cs typeface="Arial"/>
              </a:defRPr>
            </a:lvl3pPr>
            <a:lvl4pPr>
              <a:buNone/>
              <a:defRPr sz="1500" b="0">
                <a:solidFill>
                  <a:srgbClr val="CCB8C5"/>
                </a:solidFill>
                <a:latin typeface="Arial"/>
                <a:ea typeface="Arial"/>
                <a:cs typeface="Arial"/>
              </a:defRPr>
            </a:lvl4pPr>
            <a:lvl5pPr>
              <a:buNone/>
              <a:defRPr sz="1500" b="0">
                <a:solidFill>
                  <a:srgbClr val="CCB8C5"/>
                </a:solidFill>
                <a:latin typeface="Arial"/>
                <a:ea typeface="Arial"/>
                <a:cs typeface="Arial"/>
              </a:defRPr>
            </a:lvl5pPr>
            <a:lvl6pPr>
              <a:buNone/>
              <a:defRPr sz="1500" b="0">
                <a:solidFill>
                  <a:srgbClr val="CCB8C5"/>
                </a:solidFill>
                <a:latin typeface="Arial"/>
                <a:ea typeface="Arial"/>
                <a:cs typeface="Arial"/>
              </a:defRPr>
            </a:lvl6pPr>
            <a:lvl7pPr>
              <a:buNone/>
              <a:defRPr sz="1500" b="0">
                <a:solidFill>
                  <a:srgbClr val="CCB8C5"/>
                </a:solidFill>
                <a:latin typeface="Arial"/>
                <a:ea typeface="Arial"/>
                <a:cs typeface="Arial"/>
              </a:defRPr>
            </a:lvl7pPr>
            <a:lvl8pPr>
              <a:buNone/>
              <a:defRPr sz="1500" b="0">
                <a:solidFill>
                  <a:srgbClr val="CCB8C5"/>
                </a:solidFill>
                <a:latin typeface="Arial"/>
                <a:ea typeface="Arial"/>
                <a:cs typeface="Arial"/>
              </a:defRPr>
            </a:lvl8pPr>
            <a:lvl9pPr>
              <a:buNone/>
              <a:defRPr sz="1500" b="0">
                <a:solidFill>
                  <a:srgbClr val="CCB8C5"/>
                </a:solidFill>
                <a:latin typeface="Arial"/>
                <a:ea typeface="Arial"/>
                <a:cs typeface="Arial"/>
              </a:defRPr>
            </a:lvl9pPr>
          </a:lstStyle>
          <a:p xmlns:a="http://schemas.openxmlformats.org/drawingml/2006/main">
            <a:pPr>
              <a:buNone/>
              <a:defRPr sz="1500" b="0">
                <a:solidFill>
                  <a:srgbClr val="CCB8C5"/>
                </a:solidFill>
                <a:latin typeface="Arial"/>
                <a:ea typeface="Arial"/>
                <a:cs typeface="Arial"/>
              </a:defRPr>
            </a:pPr>
            <a:r>
              <a:rPr sz="1500" b="0">
                <a:solidFill>
                  <a:srgbClr val="CCB8C5"/>
                </a:solidFill>
                <a:latin typeface="Arial"/>
                <a:ea typeface="Arial"/>
                <a:cs typeface="Arial"/>
              </a:rPr>
              <a:t>The applicant described this problem directly; the project does not invent hours saved.</a:t>
            </a:r>
          </a:p>
        </p:txBody>
      </p:sp>
    </p:spTree>
    <p:extLst>
      <p:ext uri="{BB962C8B-B14F-4D97-AF65-F5344CB8AC3E}">
        <p14:creationId xmlns:p14="http://schemas.microsoft.com/office/powerpoint/2010/main" val="34588183"/>
      </p:ext>
    </p:extLst>
  </p:cSld>
</p:sld>
</file>

<file path=ppt/slides/slide3.xml><?xml version="1.0" encoding="utf-8"?>
<p:sld xmlns:p="http://schemas.openxmlformats.org/presentationml/2006/main">
  <p:cSld>
    <p:bg>
      <p:bgPr>
        <a:solidFill xmlns:a="http://schemas.openxmlformats.org/drawingml/2006/main">
          <a:srgbClr val="241D25"/>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2E173451-D53C-4C4D-A099-F139ED80FCC9}"/>
              </a:ext>
            </a:extLst>
          </p:cNvPr>
          <p:cNvSpPr>
            <a:spLocks xmlns:a="http://schemas.openxmlformats.org/drawingml/2006/main" noGrp="1"/>
          </p:cNvSpPr>
          <p:nvPr/>
        </p:nvSpPr>
        <p:spPr>
          <a:xfrm xmlns:a="http://schemas.openxmlformats.org/drawingml/2006/main">
            <a:off x="609600" y="4191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4350" b="0">
                <a:solidFill>
                  <a:srgbClr val="EFABC8"/>
                </a:solidFill>
                <a:latin typeface="Georgia"/>
                <a:ea typeface="Georgia"/>
                <a:cs typeface="Georgia"/>
              </a:defRPr>
            </a:defPPr>
            <a:lvl1pPr>
              <a:buNone/>
              <a:defRPr sz="4350" b="0">
                <a:solidFill>
                  <a:srgbClr val="EFABC8"/>
                </a:solidFill>
                <a:latin typeface="Georgia"/>
                <a:ea typeface="Georgia"/>
                <a:cs typeface="Georgia"/>
              </a:defRPr>
            </a:lvl1pPr>
            <a:lvl2pPr>
              <a:buNone/>
              <a:defRPr sz="4350" b="0">
                <a:solidFill>
                  <a:srgbClr val="EFABC8"/>
                </a:solidFill>
                <a:latin typeface="Georgia"/>
                <a:ea typeface="Georgia"/>
                <a:cs typeface="Georgia"/>
              </a:defRPr>
            </a:lvl2pPr>
            <a:lvl3pPr>
              <a:buNone/>
              <a:defRPr sz="4350" b="0">
                <a:solidFill>
                  <a:srgbClr val="EFABC8"/>
                </a:solidFill>
                <a:latin typeface="Georgia"/>
                <a:ea typeface="Georgia"/>
                <a:cs typeface="Georgia"/>
              </a:defRPr>
            </a:lvl3pPr>
            <a:lvl4pPr>
              <a:buNone/>
              <a:defRPr sz="4350" b="0">
                <a:solidFill>
                  <a:srgbClr val="EFABC8"/>
                </a:solidFill>
                <a:latin typeface="Georgia"/>
                <a:ea typeface="Georgia"/>
                <a:cs typeface="Georgia"/>
              </a:defRPr>
            </a:lvl4pPr>
            <a:lvl5pPr>
              <a:buNone/>
              <a:defRPr sz="4350" b="0">
                <a:solidFill>
                  <a:srgbClr val="EFABC8"/>
                </a:solidFill>
                <a:latin typeface="Georgia"/>
                <a:ea typeface="Georgia"/>
                <a:cs typeface="Georgia"/>
              </a:defRPr>
            </a:lvl5pPr>
            <a:lvl6pPr>
              <a:buNone/>
              <a:defRPr sz="4350" b="0">
                <a:solidFill>
                  <a:srgbClr val="EFABC8"/>
                </a:solidFill>
                <a:latin typeface="Georgia"/>
                <a:ea typeface="Georgia"/>
                <a:cs typeface="Georgia"/>
              </a:defRPr>
            </a:lvl6pPr>
            <a:lvl7pPr>
              <a:buNone/>
              <a:defRPr sz="4350" b="0">
                <a:solidFill>
                  <a:srgbClr val="EFABC8"/>
                </a:solidFill>
                <a:latin typeface="Georgia"/>
                <a:ea typeface="Georgia"/>
                <a:cs typeface="Georgia"/>
              </a:defRPr>
            </a:lvl7pPr>
            <a:lvl8pPr>
              <a:buNone/>
              <a:defRPr sz="4350" b="0">
                <a:solidFill>
                  <a:srgbClr val="EFABC8"/>
                </a:solidFill>
                <a:latin typeface="Georgia"/>
                <a:ea typeface="Georgia"/>
                <a:cs typeface="Georgia"/>
              </a:defRPr>
            </a:lvl8pPr>
            <a:lvl9pPr>
              <a:buNone/>
              <a:defRPr sz="4350" b="0">
                <a:solidFill>
                  <a:srgbClr val="EFABC8"/>
                </a:solidFill>
                <a:latin typeface="Georgia"/>
                <a:ea typeface="Georgia"/>
                <a:cs typeface="Georgia"/>
              </a:defRPr>
            </a:lvl9pPr>
          </a:lstStyle>
          <a:p xmlns:a="http://schemas.openxmlformats.org/drawingml/2006/main">
            <a:pPr>
              <a:buNone/>
              <a:defRPr sz="4350" b="0">
                <a:solidFill>
                  <a:srgbClr val="EFABC8"/>
                </a:solidFill>
                <a:latin typeface="Georgia"/>
                <a:ea typeface="Georgia"/>
                <a:cs typeface="Georgia"/>
              </a:defRPr>
            </a:pPr>
            <a:r>
              <a:rPr sz="4350" b="0">
                <a:solidFill>
                  <a:srgbClr val="EFABC8"/>
                </a:solidFill>
                <a:latin typeface="Georgia"/>
                <a:ea typeface="Georgia"/>
                <a:cs typeface="Georgia"/>
              </a:rPr>
              <a:t>The proposed contribution</a:t>
            </a:r>
          </a:p>
        </p:txBody>
      </p:sp>
      <p:pic>
        <p:nvPicPr>
          <p:cNvPr id="2" name="">
            <a:extLst xmlns:a="http://schemas.openxmlformats.org/drawingml/2006/main">
              <a:ext uri="{FF2B5EF4-FFF2-40B4-BE49-F238E27FC236}">
                <a16:creationId xmlns:a16="http://schemas.microsoft.com/office/drawing/2014/main" id="{400C49F5-D01F-463D-ABD6-19DAE2EEFF19}"/>
              </a:ext>
            </a:extLst>
          </p:cNvPr>
          <p:cNvPicPr>
            <a:picLocks xmlns:a="http://schemas.openxmlformats.org/drawingml/2006/main" noChangeAspect="1"/>
          </p:cNvPicPr>
          <p:nvPr/>
        </p:nvPicPr>
        <p:blipFill>
          <a:blip xmlns:r="http://schemas.openxmlformats.org/officeDocument/2006/relationships" xmlns:a="http://schemas.openxmlformats.org/drawingml/2006/main" r:embed="R25a7859310a24471"/>
          <a:stretch xmlns:a="http://schemas.openxmlformats.org/drawingml/2006/main"/>
        </p:blipFill>
        <p:spPr>
          <a:xfrm xmlns:a="http://schemas.openxmlformats.org/drawingml/2006/main">
            <a:off x="1516637" y="1609725"/>
            <a:ext cx="2567426" cy="4181475"/>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5313B198-8945-41E3-90B0-57A15963221F}"/>
              </a:ext>
            </a:extLst>
          </p:cNvPr>
          <p:cNvSpPr>
            <a:spLocks xmlns:a="http://schemas.openxmlformats.org/drawingml/2006/main" noGrp="1"/>
          </p:cNvSpPr>
          <p:nvPr/>
        </p:nvSpPr>
        <p:spPr>
          <a:xfrm xmlns:a="http://schemas.openxmlformats.org/drawingml/2006/main">
            <a:off x="5619750" y="1752600"/>
            <a:ext cx="59245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700" b="0">
                <a:solidFill>
                  <a:srgbClr val="EFABC8"/>
                </a:solidFill>
                <a:latin typeface="Arial"/>
                <a:ea typeface="Arial"/>
                <a:cs typeface="Arial"/>
              </a:defRPr>
            </a:defPPr>
            <a:lvl1pPr>
              <a:buNone/>
              <a:defRPr sz="2700" b="0">
                <a:solidFill>
                  <a:srgbClr val="EFABC8"/>
                </a:solidFill>
                <a:latin typeface="Arial"/>
                <a:ea typeface="Arial"/>
                <a:cs typeface="Arial"/>
              </a:defRPr>
            </a:lvl1pPr>
            <a:lvl2pPr>
              <a:buNone/>
              <a:defRPr sz="2700" b="0">
                <a:solidFill>
                  <a:srgbClr val="EFABC8"/>
                </a:solidFill>
                <a:latin typeface="Arial"/>
                <a:ea typeface="Arial"/>
                <a:cs typeface="Arial"/>
              </a:defRPr>
            </a:lvl2pPr>
            <a:lvl3pPr>
              <a:buNone/>
              <a:defRPr sz="2700" b="0">
                <a:solidFill>
                  <a:srgbClr val="EFABC8"/>
                </a:solidFill>
                <a:latin typeface="Arial"/>
                <a:ea typeface="Arial"/>
                <a:cs typeface="Arial"/>
              </a:defRPr>
            </a:lvl3pPr>
            <a:lvl4pPr>
              <a:buNone/>
              <a:defRPr sz="2700" b="0">
                <a:solidFill>
                  <a:srgbClr val="EFABC8"/>
                </a:solidFill>
                <a:latin typeface="Arial"/>
                <a:ea typeface="Arial"/>
                <a:cs typeface="Arial"/>
              </a:defRPr>
            </a:lvl4pPr>
            <a:lvl5pPr>
              <a:buNone/>
              <a:defRPr sz="2700" b="0">
                <a:solidFill>
                  <a:srgbClr val="EFABC8"/>
                </a:solidFill>
                <a:latin typeface="Arial"/>
                <a:ea typeface="Arial"/>
                <a:cs typeface="Arial"/>
              </a:defRPr>
            </a:lvl5pPr>
            <a:lvl6pPr>
              <a:buNone/>
              <a:defRPr sz="2700" b="0">
                <a:solidFill>
                  <a:srgbClr val="EFABC8"/>
                </a:solidFill>
                <a:latin typeface="Arial"/>
                <a:ea typeface="Arial"/>
                <a:cs typeface="Arial"/>
              </a:defRPr>
            </a:lvl6pPr>
            <a:lvl7pPr>
              <a:buNone/>
              <a:defRPr sz="2700" b="0">
                <a:solidFill>
                  <a:srgbClr val="EFABC8"/>
                </a:solidFill>
                <a:latin typeface="Arial"/>
                <a:ea typeface="Arial"/>
                <a:cs typeface="Arial"/>
              </a:defRPr>
            </a:lvl7pPr>
            <a:lvl8pPr>
              <a:buNone/>
              <a:defRPr sz="2700" b="0">
                <a:solidFill>
                  <a:srgbClr val="EFABC8"/>
                </a:solidFill>
                <a:latin typeface="Arial"/>
                <a:ea typeface="Arial"/>
                <a:cs typeface="Arial"/>
              </a:defRPr>
            </a:lvl8pPr>
            <a:lvl9pPr>
              <a:buNone/>
              <a:defRPr sz="2700" b="0">
                <a:solidFill>
                  <a:srgbClr val="EFABC8"/>
                </a:solidFill>
                <a:latin typeface="Arial"/>
                <a:ea typeface="Arial"/>
                <a:cs typeface="Arial"/>
              </a:defRPr>
            </a:lvl9pPr>
          </a:lstStyle>
          <a:p xmlns:a="http://schemas.openxmlformats.org/drawingml/2006/main">
            <a:pPr>
              <a:buNone/>
              <a:defRPr sz="2700" b="0">
                <a:solidFill>
                  <a:srgbClr val="EFABC8"/>
                </a:solidFill>
                <a:latin typeface="Arial"/>
                <a:ea typeface="Arial"/>
                <a:cs typeface="Arial"/>
              </a:defRPr>
            </a:pPr>
            <a:r>
              <a:rPr sz="2700" b="0">
                <a:solidFill>
                  <a:srgbClr val="EFABC8"/>
                </a:solidFill>
                <a:latin typeface="Arial"/>
                <a:ea typeface="Arial"/>
                <a:cs typeface="Arial"/>
              </a:rPr>
              <a:t>Trace the decision</a:t>
            </a:r>
          </a:p>
        </p:txBody>
      </p:sp>
      <p:sp>
        <p:nvSpPr>
          <p:cNvPr id="4" name="">
            <a:extLst xmlns:a="http://schemas.openxmlformats.org/drawingml/2006/main">
              <a:ext uri="{FF2B5EF4-FFF2-40B4-BE49-F238E27FC236}">
                <a16:creationId xmlns:a16="http://schemas.microsoft.com/office/drawing/2014/main" id="{62C8765D-66B3-4466-B5D2-DE8628586D1F}"/>
              </a:ext>
            </a:extLst>
          </p:cNvPr>
          <p:cNvSpPr>
            <a:spLocks xmlns:a="http://schemas.openxmlformats.org/drawingml/2006/main" noGrp="1"/>
          </p:cNvSpPr>
          <p:nvPr/>
        </p:nvSpPr>
        <p:spPr>
          <a:xfrm xmlns:a="http://schemas.openxmlformats.org/drawingml/2006/main">
            <a:off x="5619750" y="2571750"/>
            <a:ext cx="5924550" cy="228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0">
                <a:solidFill>
                  <a:srgbClr val="F8F0F4"/>
                </a:solidFill>
                <a:latin typeface="Arial"/>
                <a:ea typeface="Arial"/>
                <a:cs typeface="Arial"/>
              </a:defRPr>
            </a:defPPr>
            <a:lvl1pPr>
              <a:buNone/>
              <a:defRPr sz="2325" b="0">
                <a:solidFill>
                  <a:srgbClr val="F8F0F4"/>
                </a:solidFill>
                <a:latin typeface="Arial"/>
                <a:ea typeface="Arial"/>
                <a:cs typeface="Arial"/>
              </a:defRPr>
            </a:lvl1pPr>
            <a:lvl2pPr>
              <a:buNone/>
              <a:defRPr sz="2325" b="0">
                <a:solidFill>
                  <a:srgbClr val="F8F0F4"/>
                </a:solidFill>
                <a:latin typeface="Arial"/>
                <a:ea typeface="Arial"/>
                <a:cs typeface="Arial"/>
              </a:defRPr>
            </a:lvl2pPr>
            <a:lvl3pPr>
              <a:buNone/>
              <a:defRPr sz="2325" b="0">
                <a:solidFill>
                  <a:srgbClr val="F8F0F4"/>
                </a:solidFill>
                <a:latin typeface="Arial"/>
                <a:ea typeface="Arial"/>
                <a:cs typeface="Arial"/>
              </a:defRPr>
            </a:lvl3pPr>
            <a:lvl4pPr>
              <a:buNone/>
              <a:defRPr sz="2325" b="0">
                <a:solidFill>
                  <a:srgbClr val="F8F0F4"/>
                </a:solidFill>
                <a:latin typeface="Arial"/>
                <a:ea typeface="Arial"/>
                <a:cs typeface="Arial"/>
              </a:defRPr>
            </a:lvl4pPr>
            <a:lvl5pPr>
              <a:buNone/>
              <a:defRPr sz="2325" b="0">
                <a:solidFill>
                  <a:srgbClr val="F8F0F4"/>
                </a:solidFill>
                <a:latin typeface="Arial"/>
                <a:ea typeface="Arial"/>
                <a:cs typeface="Arial"/>
              </a:defRPr>
            </a:lvl5pPr>
            <a:lvl6pPr>
              <a:buNone/>
              <a:defRPr sz="2325" b="0">
                <a:solidFill>
                  <a:srgbClr val="F8F0F4"/>
                </a:solidFill>
                <a:latin typeface="Arial"/>
                <a:ea typeface="Arial"/>
                <a:cs typeface="Arial"/>
              </a:defRPr>
            </a:lvl6pPr>
            <a:lvl7pPr>
              <a:buNone/>
              <a:defRPr sz="2325" b="0">
                <a:solidFill>
                  <a:srgbClr val="F8F0F4"/>
                </a:solidFill>
                <a:latin typeface="Arial"/>
                <a:ea typeface="Arial"/>
                <a:cs typeface="Arial"/>
              </a:defRPr>
            </a:lvl7pPr>
            <a:lvl8pPr>
              <a:buNone/>
              <a:defRPr sz="2325" b="0">
                <a:solidFill>
                  <a:srgbClr val="F8F0F4"/>
                </a:solidFill>
                <a:latin typeface="Arial"/>
                <a:ea typeface="Arial"/>
                <a:cs typeface="Arial"/>
              </a:defRPr>
            </a:lvl8pPr>
            <a:lvl9pPr>
              <a:buNone/>
              <a:defRPr sz="2325" b="0">
                <a:solidFill>
                  <a:srgbClr val="F8F0F4"/>
                </a:solidFill>
                <a:latin typeface="Arial"/>
                <a:ea typeface="Arial"/>
                <a:cs typeface="Arial"/>
              </a:defRPr>
            </a:lvl9pPr>
          </a:lstStyle>
          <a:p xmlns:a="http://schemas.openxmlformats.org/drawingml/2006/main">
            <a:pPr>
              <a:buNone/>
              <a:defRPr sz="2325" b="0">
                <a:solidFill>
                  <a:srgbClr val="F8F0F4"/>
                </a:solidFill>
                <a:latin typeface="Arial"/>
                <a:ea typeface="Arial"/>
                <a:cs typeface="Arial"/>
              </a:defRPr>
            </a:pPr>
            <a:r>
              <a:rPr sz="2325" b="0">
                <a:solidFill>
                  <a:srgbClr val="F8F0F4"/>
                </a:solidFill>
                <a:latin typeface="Arial"/>
                <a:ea typeface="Arial"/>
                <a:cs typeface="Arial"/>
              </a:rPr>
              <a:t>Reviewed resume facts</a:t>
            </a:r>
          </a:p>
          <a:p xmlns:a="http://schemas.openxmlformats.org/drawingml/2006/main">
            <a:pPr>
              <a:buNone/>
              <a:defRPr sz="2325" b="0">
                <a:solidFill>
                  <a:srgbClr val="F8F0F4"/>
                </a:solidFill>
                <a:latin typeface="Arial"/>
                <a:ea typeface="Arial"/>
                <a:cs typeface="Arial"/>
              </a:defRPr>
            </a:pPr>
            <a:r>
              <a:rPr sz="2325" b="0">
                <a:solidFill>
                  <a:srgbClr val="F8F0F4"/>
                </a:solidFill>
                <a:latin typeface="Arial"/>
                <a:ea typeface="Arial"/>
                <a:cs typeface="Arial"/>
              </a:rPr>
              <a:t>Exact employer quotations</a:t>
            </a:r>
          </a:p>
          <a:p xmlns:a="http://schemas.openxmlformats.org/drawingml/2006/main">
            <a:pPr>
              <a:buNone/>
              <a:defRPr sz="2325" b="0">
                <a:solidFill>
                  <a:srgbClr val="F8F0F4"/>
                </a:solidFill>
                <a:latin typeface="Arial"/>
                <a:ea typeface="Arial"/>
                <a:cs typeface="Arial"/>
              </a:defRPr>
            </a:pPr>
            <a:r>
              <a:rPr sz="2325" b="0">
                <a:solidFill>
                  <a:srgbClr val="F8F0F4"/>
                </a:solidFill>
                <a:latin typeface="Arial"/>
                <a:ea typeface="Arial"/>
                <a:cs typeface="Arial"/>
              </a:rPr>
              <a:t>Explicit gaps beside the overlap score</a:t>
            </a:r>
          </a:p>
          <a:p xmlns:a="http://schemas.openxmlformats.org/drawingml/2006/main">
            <a:pPr>
              <a:buNone/>
              <a:defRPr sz="2325" b="0">
                <a:solidFill>
                  <a:srgbClr val="F8F0F4"/>
                </a:solidFill>
                <a:latin typeface="Arial"/>
                <a:ea typeface="Arial"/>
                <a:cs typeface="Arial"/>
              </a:defRPr>
            </a:pPr>
            <a:r>
              <a:rPr sz="2325" b="0">
                <a:solidFill>
                  <a:srgbClr val="F8F0F4"/>
                </a:solidFill>
                <a:latin typeface="Arial"/>
                <a:ea typeface="Arial"/>
                <a:cs typeface="Arial"/>
              </a:rPr>
              <a:t>A controlled review-before-fill step</a:t>
            </a:r>
          </a:p>
        </p:txBody>
      </p:sp>
      <p:sp>
        <p:nvSpPr>
          <p:cNvPr id="5" name="">
            <a:extLst xmlns:a="http://schemas.openxmlformats.org/drawingml/2006/main">
              <a:ext uri="{FF2B5EF4-FFF2-40B4-BE49-F238E27FC236}">
                <a16:creationId xmlns:a16="http://schemas.microsoft.com/office/drawing/2014/main" id="{05256CAF-2537-46E2-9E24-10C704D0987C}"/>
              </a:ext>
            </a:extLst>
          </p:cNvPr>
          <p:cNvSpPr>
            <a:spLocks xmlns:a="http://schemas.openxmlformats.org/drawingml/2006/main" noGrp="1"/>
          </p:cNvSpPr>
          <p:nvPr/>
        </p:nvSpPr>
        <p:spPr>
          <a:xfrm xmlns:a="http://schemas.openxmlformats.org/drawingml/2006/main">
            <a:off x="609600" y="6086475"/>
            <a:ext cx="109347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00" b="0">
                <a:solidFill>
                  <a:srgbClr val="CCB8C5"/>
                </a:solidFill>
                <a:latin typeface="Arial"/>
                <a:ea typeface="Arial"/>
                <a:cs typeface="Arial"/>
              </a:defRPr>
            </a:defPPr>
            <a:lvl1pPr>
              <a:buNone/>
              <a:defRPr sz="1500" b="0">
                <a:solidFill>
                  <a:srgbClr val="CCB8C5"/>
                </a:solidFill>
                <a:latin typeface="Arial"/>
                <a:ea typeface="Arial"/>
                <a:cs typeface="Arial"/>
              </a:defRPr>
            </a:lvl1pPr>
            <a:lvl2pPr>
              <a:buNone/>
              <a:defRPr sz="1500" b="0">
                <a:solidFill>
                  <a:srgbClr val="CCB8C5"/>
                </a:solidFill>
                <a:latin typeface="Arial"/>
                <a:ea typeface="Arial"/>
                <a:cs typeface="Arial"/>
              </a:defRPr>
            </a:lvl2pPr>
            <a:lvl3pPr>
              <a:buNone/>
              <a:defRPr sz="1500" b="0">
                <a:solidFill>
                  <a:srgbClr val="CCB8C5"/>
                </a:solidFill>
                <a:latin typeface="Arial"/>
                <a:ea typeface="Arial"/>
                <a:cs typeface="Arial"/>
              </a:defRPr>
            </a:lvl3pPr>
            <a:lvl4pPr>
              <a:buNone/>
              <a:defRPr sz="1500" b="0">
                <a:solidFill>
                  <a:srgbClr val="CCB8C5"/>
                </a:solidFill>
                <a:latin typeface="Arial"/>
                <a:ea typeface="Arial"/>
                <a:cs typeface="Arial"/>
              </a:defRPr>
            </a:lvl4pPr>
            <a:lvl5pPr>
              <a:buNone/>
              <a:defRPr sz="1500" b="0">
                <a:solidFill>
                  <a:srgbClr val="CCB8C5"/>
                </a:solidFill>
                <a:latin typeface="Arial"/>
                <a:ea typeface="Arial"/>
                <a:cs typeface="Arial"/>
              </a:defRPr>
            </a:lvl5pPr>
            <a:lvl6pPr>
              <a:buNone/>
              <a:defRPr sz="1500" b="0">
                <a:solidFill>
                  <a:srgbClr val="CCB8C5"/>
                </a:solidFill>
                <a:latin typeface="Arial"/>
                <a:ea typeface="Arial"/>
                <a:cs typeface="Arial"/>
              </a:defRPr>
            </a:lvl6pPr>
            <a:lvl7pPr>
              <a:buNone/>
              <a:defRPr sz="1500" b="0">
                <a:solidFill>
                  <a:srgbClr val="CCB8C5"/>
                </a:solidFill>
                <a:latin typeface="Arial"/>
                <a:ea typeface="Arial"/>
                <a:cs typeface="Arial"/>
              </a:defRPr>
            </a:lvl7pPr>
            <a:lvl8pPr>
              <a:buNone/>
              <a:defRPr sz="1500" b="0">
                <a:solidFill>
                  <a:srgbClr val="CCB8C5"/>
                </a:solidFill>
                <a:latin typeface="Arial"/>
                <a:ea typeface="Arial"/>
                <a:cs typeface="Arial"/>
              </a:defRPr>
            </a:lvl8pPr>
            <a:lvl9pPr>
              <a:buNone/>
              <a:defRPr sz="1500" b="0">
                <a:solidFill>
                  <a:srgbClr val="CCB8C5"/>
                </a:solidFill>
                <a:latin typeface="Arial"/>
                <a:ea typeface="Arial"/>
                <a:cs typeface="Arial"/>
              </a:defRPr>
            </a:lvl9pPr>
          </a:lstStyle>
          <a:p xmlns:a="http://schemas.openxmlformats.org/drawingml/2006/main">
            <a:pPr>
              <a:buNone/>
              <a:defRPr sz="1500" b="0">
                <a:solidFill>
                  <a:srgbClr val="CCB8C5"/>
                </a:solidFill>
                <a:latin typeface="Arial"/>
                <a:ea typeface="Arial"/>
                <a:cs typeface="Arial"/>
              </a:defRPr>
            </a:pPr>
            <a:r>
              <a:rPr sz="1500" b="0">
                <a:solidFill>
                  <a:srgbClr val="CCB8C5"/>
                </a:solidFill>
                <a:latin typeface="Arial"/>
                <a:ea typeface="Arial"/>
                <a:cs typeface="Arial"/>
              </a:rPr>
              <a:t>Simplify already offers autofill; Teal already offers tracking. Superiority has not been proven.</a:t>
            </a:r>
          </a:p>
        </p:txBody>
      </p:sp>
    </p:spTree>
    <p:extLst>
      <p:ext uri="{BB962C8B-B14F-4D97-AF65-F5344CB8AC3E}">
        <p14:creationId xmlns:p14="http://schemas.microsoft.com/office/powerpoint/2010/main" val="1843150774"/>
      </p:ext>
    </p:extLst>
  </p:cSld>
</p:sld>
</file>

<file path=ppt/slides/slide4.xml><?xml version="1.0" encoding="utf-8"?>
<p:sld xmlns:p="http://schemas.openxmlformats.org/presentationml/2006/main">
  <p:cSld>
    <p:bg>
      <p:bgPr>
        <a:solidFill xmlns:a="http://schemas.openxmlformats.org/drawingml/2006/main">
          <a:srgbClr val="241D25"/>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9082C255-D1D2-41EC-838E-C886166FAC5B}"/>
              </a:ext>
            </a:extLst>
          </p:cNvPr>
          <p:cNvSpPr>
            <a:spLocks xmlns:a="http://schemas.openxmlformats.org/drawingml/2006/main" noGrp="1"/>
          </p:cNvSpPr>
          <p:nvPr/>
        </p:nvSpPr>
        <p:spPr>
          <a:xfrm xmlns:a="http://schemas.openxmlformats.org/drawingml/2006/main">
            <a:off x="609600" y="4191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4350" b="0">
                <a:solidFill>
                  <a:srgbClr val="EFABC8"/>
                </a:solidFill>
                <a:latin typeface="Georgia"/>
                <a:ea typeface="Georgia"/>
                <a:cs typeface="Georgia"/>
              </a:defRPr>
            </a:defPPr>
            <a:lvl1pPr>
              <a:buNone/>
              <a:defRPr sz="4350" b="0">
                <a:solidFill>
                  <a:srgbClr val="EFABC8"/>
                </a:solidFill>
                <a:latin typeface="Georgia"/>
                <a:ea typeface="Georgia"/>
                <a:cs typeface="Georgia"/>
              </a:defRPr>
            </a:lvl1pPr>
            <a:lvl2pPr>
              <a:buNone/>
              <a:defRPr sz="4350" b="0">
                <a:solidFill>
                  <a:srgbClr val="EFABC8"/>
                </a:solidFill>
                <a:latin typeface="Georgia"/>
                <a:ea typeface="Georgia"/>
                <a:cs typeface="Georgia"/>
              </a:defRPr>
            </a:lvl2pPr>
            <a:lvl3pPr>
              <a:buNone/>
              <a:defRPr sz="4350" b="0">
                <a:solidFill>
                  <a:srgbClr val="EFABC8"/>
                </a:solidFill>
                <a:latin typeface="Georgia"/>
                <a:ea typeface="Georgia"/>
                <a:cs typeface="Georgia"/>
              </a:defRPr>
            </a:lvl3pPr>
            <a:lvl4pPr>
              <a:buNone/>
              <a:defRPr sz="4350" b="0">
                <a:solidFill>
                  <a:srgbClr val="EFABC8"/>
                </a:solidFill>
                <a:latin typeface="Georgia"/>
                <a:ea typeface="Georgia"/>
                <a:cs typeface="Georgia"/>
              </a:defRPr>
            </a:lvl4pPr>
            <a:lvl5pPr>
              <a:buNone/>
              <a:defRPr sz="4350" b="0">
                <a:solidFill>
                  <a:srgbClr val="EFABC8"/>
                </a:solidFill>
                <a:latin typeface="Georgia"/>
                <a:ea typeface="Georgia"/>
                <a:cs typeface="Georgia"/>
              </a:defRPr>
            </a:lvl5pPr>
            <a:lvl6pPr>
              <a:buNone/>
              <a:defRPr sz="4350" b="0">
                <a:solidFill>
                  <a:srgbClr val="EFABC8"/>
                </a:solidFill>
                <a:latin typeface="Georgia"/>
                <a:ea typeface="Georgia"/>
                <a:cs typeface="Georgia"/>
              </a:defRPr>
            </a:lvl6pPr>
            <a:lvl7pPr>
              <a:buNone/>
              <a:defRPr sz="4350" b="0">
                <a:solidFill>
                  <a:srgbClr val="EFABC8"/>
                </a:solidFill>
                <a:latin typeface="Georgia"/>
                <a:ea typeface="Georgia"/>
                <a:cs typeface="Georgia"/>
              </a:defRPr>
            </a:lvl7pPr>
            <a:lvl8pPr>
              <a:buNone/>
              <a:defRPr sz="4350" b="0">
                <a:solidFill>
                  <a:srgbClr val="EFABC8"/>
                </a:solidFill>
                <a:latin typeface="Georgia"/>
                <a:ea typeface="Georgia"/>
                <a:cs typeface="Georgia"/>
              </a:defRPr>
            </a:lvl8pPr>
            <a:lvl9pPr>
              <a:buNone/>
              <a:defRPr sz="4350" b="0">
                <a:solidFill>
                  <a:srgbClr val="EFABC8"/>
                </a:solidFill>
                <a:latin typeface="Georgia"/>
                <a:ea typeface="Georgia"/>
                <a:cs typeface="Georgia"/>
              </a:defRPr>
            </a:lvl9pPr>
          </a:lstStyle>
          <a:p xmlns:a="http://schemas.openxmlformats.org/drawingml/2006/main">
            <a:pPr>
              <a:buNone/>
              <a:defRPr sz="4350" b="0">
                <a:solidFill>
                  <a:srgbClr val="EFABC8"/>
                </a:solidFill>
                <a:latin typeface="Georgia"/>
                <a:ea typeface="Georgia"/>
                <a:cs typeface="Georgia"/>
              </a:defRPr>
            </a:pPr>
            <a:r>
              <a:rPr sz="4350" b="0">
                <a:solidFill>
                  <a:srgbClr val="EFABC8"/>
                </a:solidFill>
                <a:latin typeface="Georgia"/>
                <a:ea typeface="Georgia"/>
                <a:cs typeface="Georgia"/>
              </a:rPr>
              <a:t>Two bounded specialists</a:t>
            </a:r>
          </a:p>
        </p:txBody>
      </p:sp>
      <p:sp>
        <p:nvSpPr>
          <p:cNvPr id="2" name="">
            <a:extLst xmlns:a="http://schemas.openxmlformats.org/drawingml/2006/main">
              <a:ext uri="{FF2B5EF4-FFF2-40B4-BE49-F238E27FC236}">
                <a16:creationId xmlns:a16="http://schemas.microsoft.com/office/drawing/2014/main" id="{FE83BE7C-3DD7-47D1-8512-A9050DAAB83B}"/>
              </a:ext>
            </a:extLst>
          </p:cNvPr>
          <p:cNvSpPr>
            <a:spLocks xmlns:a="http://schemas.openxmlformats.org/drawingml/2006/main" noGrp="1"/>
          </p:cNvSpPr>
          <p:nvPr/>
        </p:nvSpPr>
        <p:spPr>
          <a:xfrm xmlns:a="http://schemas.openxmlformats.org/drawingml/2006/main">
            <a:off x="609600" y="1952625"/>
            <a:ext cx="3143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775" b="0">
                <a:solidFill>
                  <a:srgbClr val="EFABC8"/>
                </a:solidFill>
                <a:latin typeface="Arial"/>
                <a:ea typeface="Arial"/>
                <a:cs typeface="Arial"/>
              </a:defRPr>
            </a:defPPr>
            <a:lvl1pPr>
              <a:buNone/>
              <a:defRPr sz="2775" b="0">
                <a:solidFill>
                  <a:srgbClr val="EFABC8"/>
                </a:solidFill>
                <a:latin typeface="Arial"/>
                <a:ea typeface="Arial"/>
                <a:cs typeface="Arial"/>
              </a:defRPr>
            </a:lvl1pPr>
            <a:lvl2pPr>
              <a:buNone/>
              <a:defRPr sz="2775" b="0">
                <a:solidFill>
                  <a:srgbClr val="EFABC8"/>
                </a:solidFill>
                <a:latin typeface="Arial"/>
                <a:ea typeface="Arial"/>
                <a:cs typeface="Arial"/>
              </a:defRPr>
            </a:lvl2pPr>
            <a:lvl3pPr>
              <a:buNone/>
              <a:defRPr sz="2775" b="0">
                <a:solidFill>
                  <a:srgbClr val="EFABC8"/>
                </a:solidFill>
                <a:latin typeface="Arial"/>
                <a:ea typeface="Arial"/>
                <a:cs typeface="Arial"/>
              </a:defRPr>
            </a:lvl3pPr>
            <a:lvl4pPr>
              <a:buNone/>
              <a:defRPr sz="2775" b="0">
                <a:solidFill>
                  <a:srgbClr val="EFABC8"/>
                </a:solidFill>
                <a:latin typeface="Arial"/>
                <a:ea typeface="Arial"/>
                <a:cs typeface="Arial"/>
              </a:defRPr>
            </a:lvl4pPr>
            <a:lvl5pPr>
              <a:buNone/>
              <a:defRPr sz="2775" b="0">
                <a:solidFill>
                  <a:srgbClr val="EFABC8"/>
                </a:solidFill>
                <a:latin typeface="Arial"/>
                <a:ea typeface="Arial"/>
                <a:cs typeface="Arial"/>
              </a:defRPr>
            </a:lvl5pPr>
            <a:lvl6pPr>
              <a:buNone/>
              <a:defRPr sz="2775" b="0">
                <a:solidFill>
                  <a:srgbClr val="EFABC8"/>
                </a:solidFill>
                <a:latin typeface="Arial"/>
                <a:ea typeface="Arial"/>
                <a:cs typeface="Arial"/>
              </a:defRPr>
            </a:lvl6pPr>
            <a:lvl7pPr>
              <a:buNone/>
              <a:defRPr sz="2775" b="0">
                <a:solidFill>
                  <a:srgbClr val="EFABC8"/>
                </a:solidFill>
                <a:latin typeface="Arial"/>
                <a:ea typeface="Arial"/>
                <a:cs typeface="Arial"/>
              </a:defRPr>
            </a:lvl7pPr>
            <a:lvl8pPr>
              <a:buNone/>
              <a:defRPr sz="2775" b="0">
                <a:solidFill>
                  <a:srgbClr val="EFABC8"/>
                </a:solidFill>
                <a:latin typeface="Arial"/>
                <a:ea typeface="Arial"/>
                <a:cs typeface="Arial"/>
              </a:defRPr>
            </a:lvl8pPr>
            <a:lvl9pPr>
              <a:buNone/>
              <a:defRPr sz="2775" b="0">
                <a:solidFill>
                  <a:srgbClr val="EFABC8"/>
                </a:solidFill>
                <a:latin typeface="Arial"/>
                <a:ea typeface="Arial"/>
                <a:cs typeface="Arial"/>
              </a:defRPr>
            </a:lvl9pPr>
          </a:lstStyle>
          <a:p xmlns:a="http://schemas.openxmlformats.org/drawingml/2006/main">
            <a:pPr>
              <a:buNone/>
              <a:defRPr sz="2775" b="0">
                <a:solidFill>
                  <a:srgbClr val="EFABC8"/>
                </a:solidFill>
                <a:latin typeface="Arial"/>
                <a:ea typeface="Arial"/>
                <a:cs typeface="Arial"/>
              </a:defRPr>
            </a:pPr>
            <a:r>
              <a:rPr sz="2775" b="0">
                <a:solidFill>
                  <a:srgbClr val="EFABC8"/>
                </a:solidFill>
                <a:latin typeface="Arial"/>
                <a:ea typeface="Arial"/>
                <a:cs typeface="Arial"/>
              </a:rPr>
              <a:t>Resume reader</a:t>
            </a:r>
          </a:p>
        </p:txBody>
      </p:sp>
      <p:sp>
        <p:nvSpPr>
          <p:cNvPr id="3" name="">
            <a:extLst xmlns:a="http://schemas.openxmlformats.org/drawingml/2006/main">
              <a:ext uri="{FF2B5EF4-FFF2-40B4-BE49-F238E27FC236}">
                <a16:creationId xmlns:a16="http://schemas.microsoft.com/office/drawing/2014/main" id="{FDE0EAE8-F45C-45B4-9700-E41C3C925EF9}"/>
              </a:ext>
            </a:extLst>
          </p:cNvPr>
          <p:cNvSpPr>
            <a:spLocks xmlns:a="http://schemas.openxmlformats.org/drawingml/2006/main" noGrp="1"/>
          </p:cNvSpPr>
          <p:nvPr/>
        </p:nvSpPr>
        <p:spPr>
          <a:xfrm xmlns:a="http://schemas.openxmlformats.org/drawingml/2006/main">
            <a:off x="609600" y="2762250"/>
            <a:ext cx="314325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F8F0F4"/>
                </a:solidFill>
                <a:latin typeface="Arial"/>
                <a:ea typeface="Arial"/>
                <a:cs typeface="Arial"/>
              </a:defRPr>
            </a:defPPr>
            <a:lvl1pPr>
              <a:buNone/>
              <a:defRPr sz="2250" b="0">
                <a:solidFill>
                  <a:srgbClr val="F8F0F4"/>
                </a:solidFill>
                <a:latin typeface="Arial"/>
                <a:ea typeface="Arial"/>
                <a:cs typeface="Arial"/>
              </a:defRPr>
            </a:lvl1pPr>
            <a:lvl2pPr>
              <a:buNone/>
              <a:defRPr sz="2250" b="0">
                <a:solidFill>
                  <a:srgbClr val="F8F0F4"/>
                </a:solidFill>
                <a:latin typeface="Arial"/>
                <a:ea typeface="Arial"/>
                <a:cs typeface="Arial"/>
              </a:defRPr>
            </a:lvl2pPr>
            <a:lvl3pPr>
              <a:buNone/>
              <a:defRPr sz="2250" b="0">
                <a:solidFill>
                  <a:srgbClr val="F8F0F4"/>
                </a:solidFill>
                <a:latin typeface="Arial"/>
                <a:ea typeface="Arial"/>
                <a:cs typeface="Arial"/>
              </a:defRPr>
            </a:lvl3pPr>
            <a:lvl4pPr>
              <a:buNone/>
              <a:defRPr sz="2250" b="0">
                <a:solidFill>
                  <a:srgbClr val="F8F0F4"/>
                </a:solidFill>
                <a:latin typeface="Arial"/>
                <a:ea typeface="Arial"/>
                <a:cs typeface="Arial"/>
              </a:defRPr>
            </a:lvl4pPr>
            <a:lvl5pPr>
              <a:buNone/>
              <a:defRPr sz="2250" b="0">
                <a:solidFill>
                  <a:srgbClr val="F8F0F4"/>
                </a:solidFill>
                <a:latin typeface="Arial"/>
                <a:ea typeface="Arial"/>
                <a:cs typeface="Arial"/>
              </a:defRPr>
            </a:lvl5pPr>
            <a:lvl6pPr>
              <a:buNone/>
              <a:defRPr sz="2250" b="0">
                <a:solidFill>
                  <a:srgbClr val="F8F0F4"/>
                </a:solidFill>
                <a:latin typeface="Arial"/>
                <a:ea typeface="Arial"/>
                <a:cs typeface="Arial"/>
              </a:defRPr>
            </a:lvl6pPr>
            <a:lvl7pPr>
              <a:buNone/>
              <a:defRPr sz="2250" b="0">
                <a:solidFill>
                  <a:srgbClr val="F8F0F4"/>
                </a:solidFill>
                <a:latin typeface="Arial"/>
                <a:ea typeface="Arial"/>
                <a:cs typeface="Arial"/>
              </a:defRPr>
            </a:lvl7pPr>
            <a:lvl8pPr>
              <a:buNone/>
              <a:defRPr sz="2250" b="0">
                <a:solidFill>
                  <a:srgbClr val="F8F0F4"/>
                </a:solidFill>
                <a:latin typeface="Arial"/>
                <a:ea typeface="Arial"/>
                <a:cs typeface="Arial"/>
              </a:defRPr>
            </a:lvl8pPr>
            <a:lvl9pPr>
              <a:buNone/>
              <a:defRPr sz="2250" b="0">
                <a:solidFill>
                  <a:srgbClr val="F8F0F4"/>
                </a:solidFill>
                <a:latin typeface="Arial"/>
                <a:ea typeface="Arial"/>
                <a:cs typeface="Arial"/>
              </a:defRPr>
            </a:lvl9pPr>
          </a:lstStyle>
          <a:p xmlns:a="http://schemas.openxmlformats.org/drawingml/2006/main">
            <a:pPr>
              <a:buNone/>
              <a:defRPr sz="2250" b="0">
                <a:solidFill>
                  <a:srgbClr val="F8F0F4"/>
                </a:solidFill>
                <a:latin typeface="Arial"/>
                <a:ea typeface="Arial"/>
                <a:cs typeface="Arial"/>
              </a:defRPr>
            </a:pPr>
            <a:r>
              <a:rPr sz="2250" b="0">
                <a:solidFill>
                  <a:srgbClr val="F8F0F4"/>
                </a:solidFill>
                <a:latin typeface="Arial"/>
                <a:ea typeface="Arial"/>
                <a:cs typeface="Arial"/>
              </a:rPr>
              <a:t>Text → typed facts</a:t>
            </a:r>
          </a:p>
          <a:p xmlns:a="http://schemas.openxmlformats.org/drawingml/2006/main">
            <a:pPr>
              <a:buNone/>
              <a:defRPr sz="2250" b="0">
                <a:solidFill>
                  <a:srgbClr val="F8F0F4"/>
                </a:solidFill>
                <a:latin typeface="Arial"/>
                <a:ea typeface="Arial"/>
                <a:cs typeface="Arial"/>
              </a:defRPr>
            </a:pPr>
            <a:r>
              <a:rPr sz="2250" b="0">
                <a:solidFill>
                  <a:srgbClr val="F8F0F4"/>
                </a:solidFill>
                <a:latin typeface="Arial"/>
                <a:ea typeface="Arial"/>
                <a:cs typeface="Arial"/>
              </a:rPr>
              <a:t>Exact source excerpts</a:t>
            </a:r>
          </a:p>
          <a:p xmlns:a="http://schemas.openxmlformats.org/drawingml/2006/main">
            <a:pPr>
              <a:buNone/>
              <a:defRPr sz="2250" b="0">
                <a:solidFill>
                  <a:srgbClr val="F8F0F4"/>
                </a:solidFill>
                <a:latin typeface="Arial"/>
                <a:ea typeface="Arial"/>
                <a:cs typeface="Arial"/>
              </a:defRPr>
            </a:pPr>
            <a:r>
              <a:rPr sz="2250" b="0">
                <a:solidFill>
                  <a:srgbClr val="F8F0F4"/>
                </a:solidFill>
                <a:latin typeface="Arial"/>
                <a:ea typeface="Arial"/>
                <a:cs typeface="Arial"/>
              </a:rPr>
              <a:t>No action tools</a:t>
            </a:r>
          </a:p>
        </p:txBody>
      </p:sp>
      <p:sp>
        <p:nvSpPr>
          <p:cNvPr id="4" name="">
            <a:extLst xmlns:a="http://schemas.openxmlformats.org/drawingml/2006/main">
              <a:ext uri="{FF2B5EF4-FFF2-40B4-BE49-F238E27FC236}">
                <a16:creationId xmlns:a16="http://schemas.microsoft.com/office/drawing/2014/main" id="{F18505F7-0C8D-4542-88EF-13C42D7B79E3}"/>
              </a:ext>
            </a:extLst>
          </p:cNvPr>
          <p:cNvSpPr>
            <a:spLocks xmlns:a="http://schemas.openxmlformats.org/drawingml/2006/main" noGrp="1"/>
          </p:cNvSpPr>
          <p:nvPr/>
        </p:nvSpPr>
        <p:spPr>
          <a:xfrm xmlns:a="http://schemas.openxmlformats.org/drawingml/2006/main">
            <a:off x="3943350" y="2667000"/>
            <a:ext cx="666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4500" b="0">
                <a:solidFill>
                  <a:srgbClr val="EFABC8"/>
                </a:solidFill>
                <a:latin typeface="Arial"/>
                <a:ea typeface="Arial"/>
                <a:cs typeface="Arial"/>
              </a:defRPr>
            </a:defPPr>
            <a:lvl1pPr>
              <a:buNone/>
              <a:defRPr sz="4500" b="0">
                <a:solidFill>
                  <a:srgbClr val="EFABC8"/>
                </a:solidFill>
                <a:latin typeface="Arial"/>
                <a:ea typeface="Arial"/>
                <a:cs typeface="Arial"/>
              </a:defRPr>
            </a:lvl1pPr>
            <a:lvl2pPr>
              <a:buNone/>
              <a:defRPr sz="4500" b="0">
                <a:solidFill>
                  <a:srgbClr val="EFABC8"/>
                </a:solidFill>
                <a:latin typeface="Arial"/>
                <a:ea typeface="Arial"/>
                <a:cs typeface="Arial"/>
              </a:defRPr>
            </a:lvl2pPr>
            <a:lvl3pPr>
              <a:buNone/>
              <a:defRPr sz="4500" b="0">
                <a:solidFill>
                  <a:srgbClr val="EFABC8"/>
                </a:solidFill>
                <a:latin typeface="Arial"/>
                <a:ea typeface="Arial"/>
                <a:cs typeface="Arial"/>
              </a:defRPr>
            </a:lvl3pPr>
            <a:lvl4pPr>
              <a:buNone/>
              <a:defRPr sz="4500" b="0">
                <a:solidFill>
                  <a:srgbClr val="EFABC8"/>
                </a:solidFill>
                <a:latin typeface="Arial"/>
                <a:ea typeface="Arial"/>
                <a:cs typeface="Arial"/>
              </a:defRPr>
            </a:lvl4pPr>
            <a:lvl5pPr>
              <a:buNone/>
              <a:defRPr sz="4500" b="0">
                <a:solidFill>
                  <a:srgbClr val="EFABC8"/>
                </a:solidFill>
                <a:latin typeface="Arial"/>
                <a:ea typeface="Arial"/>
                <a:cs typeface="Arial"/>
              </a:defRPr>
            </a:lvl5pPr>
            <a:lvl6pPr>
              <a:buNone/>
              <a:defRPr sz="4500" b="0">
                <a:solidFill>
                  <a:srgbClr val="EFABC8"/>
                </a:solidFill>
                <a:latin typeface="Arial"/>
                <a:ea typeface="Arial"/>
                <a:cs typeface="Arial"/>
              </a:defRPr>
            </a:lvl6pPr>
            <a:lvl7pPr>
              <a:buNone/>
              <a:defRPr sz="4500" b="0">
                <a:solidFill>
                  <a:srgbClr val="EFABC8"/>
                </a:solidFill>
                <a:latin typeface="Arial"/>
                <a:ea typeface="Arial"/>
                <a:cs typeface="Arial"/>
              </a:defRPr>
            </a:lvl7pPr>
            <a:lvl8pPr>
              <a:buNone/>
              <a:defRPr sz="4500" b="0">
                <a:solidFill>
                  <a:srgbClr val="EFABC8"/>
                </a:solidFill>
                <a:latin typeface="Arial"/>
                <a:ea typeface="Arial"/>
                <a:cs typeface="Arial"/>
              </a:defRPr>
            </a:lvl8pPr>
            <a:lvl9pPr>
              <a:buNone/>
              <a:defRPr sz="4500" b="0">
                <a:solidFill>
                  <a:srgbClr val="EFABC8"/>
                </a:solidFill>
                <a:latin typeface="Arial"/>
                <a:ea typeface="Arial"/>
                <a:cs typeface="Arial"/>
              </a:defRPr>
            </a:lvl9pPr>
          </a:lstStyle>
          <a:p xmlns:a="http://schemas.openxmlformats.org/drawingml/2006/main">
            <a:pPr>
              <a:buNone/>
              <a:defRPr sz="4500" b="0">
                <a:solidFill>
                  <a:srgbClr val="EFABC8"/>
                </a:solidFill>
                <a:latin typeface="Arial"/>
                <a:ea typeface="Arial"/>
                <a:cs typeface="Arial"/>
              </a:defRPr>
            </a:pPr>
            <a:r>
              <a:rPr sz="4500" b="0">
                <a:solidFill>
                  <a:srgbClr val="EFABC8"/>
                </a:solidFill>
                <a:latin typeface="Arial"/>
                <a:ea typeface="Arial"/>
                <a:cs typeface="Arial"/>
              </a:rPr>
              <a:t>→</a:t>
            </a:r>
          </a:p>
        </p:txBody>
      </p:sp>
      <p:sp>
        <p:nvSpPr>
          <p:cNvPr id="5" name="">
            <a:extLst xmlns:a="http://schemas.openxmlformats.org/drawingml/2006/main">
              <a:ext uri="{FF2B5EF4-FFF2-40B4-BE49-F238E27FC236}">
                <a16:creationId xmlns:a16="http://schemas.microsoft.com/office/drawing/2014/main" id="{166D13F8-142F-42B1-BD11-21B3A48E46E0}"/>
              </a:ext>
            </a:extLst>
          </p:cNvPr>
          <p:cNvSpPr>
            <a:spLocks xmlns:a="http://schemas.openxmlformats.org/drawingml/2006/main" noGrp="1"/>
          </p:cNvSpPr>
          <p:nvPr/>
        </p:nvSpPr>
        <p:spPr>
          <a:xfrm xmlns:a="http://schemas.openxmlformats.org/drawingml/2006/main">
            <a:off x="4762500" y="1952625"/>
            <a:ext cx="276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775" b="0">
                <a:solidFill>
                  <a:srgbClr val="EFABC8"/>
                </a:solidFill>
                <a:latin typeface="Arial"/>
                <a:ea typeface="Arial"/>
                <a:cs typeface="Arial"/>
              </a:defRPr>
            </a:defPPr>
            <a:lvl1pPr>
              <a:buNone/>
              <a:defRPr sz="2775" b="0">
                <a:solidFill>
                  <a:srgbClr val="EFABC8"/>
                </a:solidFill>
                <a:latin typeface="Arial"/>
                <a:ea typeface="Arial"/>
                <a:cs typeface="Arial"/>
              </a:defRPr>
            </a:lvl1pPr>
            <a:lvl2pPr>
              <a:buNone/>
              <a:defRPr sz="2775" b="0">
                <a:solidFill>
                  <a:srgbClr val="EFABC8"/>
                </a:solidFill>
                <a:latin typeface="Arial"/>
                <a:ea typeface="Arial"/>
                <a:cs typeface="Arial"/>
              </a:defRPr>
            </a:lvl2pPr>
            <a:lvl3pPr>
              <a:buNone/>
              <a:defRPr sz="2775" b="0">
                <a:solidFill>
                  <a:srgbClr val="EFABC8"/>
                </a:solidFill>
                <a:latin typeface="Arial"/>
                <a:ea typeface="Arial"/>
                <a:cs typeface="Arial"/>
              </a:defRPr>
            </a:lvl3pPr>
            <a:lvl4pPr>
              <a:buNone/>
              <a:defRPr sz="2775" b="0">
                <a:solidFill>
                  <a:srgbClr val="EFABC8"/>
                </a:solidFill>
                <a:latin typeface="Arial"/>
                <a:ea typeface="Arial"/>
                <a:cs typeface="Arial"/>
              </a:defRPr>
            </a:lvl4pPr>
            <a:lvl5pPr>
              <a:buNone/>
              <a:defRPr sz="2775" b="0">
                <a:solidFill>
                  <a:srgbClr val="EFABC8"/>
                </a:solidFill>
                <a:latin typeface="Arial"/>
                <a:ea typeface="Arial"/>
                <a:cs typeface="Arial"/>
              </a:defRPr>
            </a:lvl5pPr>
            <a:lvl6pPr>
              <a:buNone/>
              <a:defRPr sz="2775" b="0">
                <a:solidFill>
                  <a:srgbClr val="EFABC8"/>
                </a:solidFill>
                <a:latin typeface="Arial"/>
                <a:ea typeface="Arial"/>
                <a:cs typeface="Arial"/>
              </a:defRPr>
            </a:lvl6pPr>
            <a:lvl7pPr>
              <a:buNone/>
              <a:defRPr sz="2775" b="0">
                <a:solidFill>
                  <a:srgbClr val="EFABC8"/>
                </a:solidFill>
                <a:latin typeface="Arial"/>
                <a:ea typeface="Arial"/>
                <a:cs typeface="Arial"/>
              </a:defRPr>
            </a:lvl7pPr>
            <a:lvl8pPr>
              <a:buNone/>
              <a:defRPr sz="2775" b="0">
                <a:solidFill>
                  <a:srgbClr val="EFABC8"/>
                </a:solidFill>
                <a:latin typeface="Arial"/>
                <a:ea typeface="Arial"/>
                <a:cs typeface="Arial"/>
              </a:defRPr>
            </a:lvl8pPr>
            <a:lvl9pPr>
              <a:buNone/>
              <a:defRPr sz="2775" b="0">
                <a:solidFill>
                  <a:srgbClr val="EFABC8"/>
                </a:solidFill>
                <a:latin typeface="Arial"/>
                <a:ea typeface="Arial"/>
                <a:cs typeface="Arial"/>
              </a:defRPr>
            </a:lvl9pPr>
          </a:lstStyle>
          <a:p xmlns:a="http://schemas.openxmlformats.org/drawingml/2006/main">
            <a:pPr>
              <a:buNone/>
              <a:defRPr sz="2775" b="0">
                <a:solidFill>
                  <a:srgbClr val="EFABC8"/>
                </a:solidFill>
                <a:latin typeface="Arial"/>
                <a:ea typeface="Arial"/>
                <a:cs typeface="Arial"/>
              </a:defRPr>
            </a:pPr>
            <a:r>
              <a:rPr sz="2775" b="0">
                <a:solidFill>
                  <a:srgbClr val="EFABC8"/>
                </a:solidFill>
                <a:latin typeface="Arial"/>
                <a:ea typeface="Arial"/>
                <a:cs typeface="Arial"/>
              </a:rPr>
              <a:t>Human review</a:t>
            </a:r>
          </a:p>
        </p:txBody>
      </p:sp>
      <p:sp>
        <p:nvSpPr>
          <p:cNvPr id="6" name="">
            <a:extLst xmlns:a="http://schemas.openxmlformats.org/drawingml/2006/main">
              <a:ext uri="{FF2B5EF4-FFF2-40B4-BE49-F238E27FC236}">
                <a16:creationId xmlns:a16="http://schemas.microsoft.com/office/drawing/2014/main" id="{D7C2A8FE-3352-4D7B-AC71-195A5ECAC605}"/>
              </a:ext>
            </a:extLst>
          </p:cNvPr>
          <p:cNvSpPr>
            <a:spLocks xmlns:a="http://schemas.openxmlformats.org/drawingml/2006/main" noGrp="1"/>
          </p:cNvSpPr>
          <p:nvPr/>
        </p:nvSpPr>
        <p:spPr>
          <a:xfrm xmlns:a="http://schemas.openxmlformats.org/drawingml/2006/main">
            <a:off x="4762500" y="2762250"/>
            <a:ext cx="276225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F8F0F4"/>
                </a:solidFill>
                <a:latin typeface="Arial"/>
                <a:ea typeface="Arial"/>
                <a:cs typeface="Arial"/>
              </a:defRPr>
            </a:defPPr>
            <a:lvl1pPr>
              <a:buNone/>
              <a:defRPr sz="2250" b="0">
                <a:solidFill>
                  <a:srgbClr val="F8F0F4"/>
                </a:solidFill>
                <a:latin typeface="Arial"/>
                <a:ea typeface="Arial"/>
                <a:cs typeface="Arial"/>
              </a:defRPr>
            </a:lvl1pPr>
            <a:lvl2pPr>
              <a:buNone/>
              <a:defRPr sz="2250" b="0">
                <a:solidFill>
                  <a:srgbClr val="F8F0F4"/>
                </a:solidFill>
                <a:latin typeface="Arial"/>
                <a:ea typeface="Arial"/>
                <a:cs typeface="Arial"/>
              </a:defRPr>
            </a:lvl2pPr>
            <a:lvl3pPr>
              <a:buNone/>
              <a:defRPr sz="2250" b="0">
                <a:solidFill>
                  <a:srgbClr val="F8F0F4"/>
                </a:solidFill>
                <a:latin typeface="Arial"/>
                <a:ea typeface="Arial"/>
                <a:cs typeface="Arial"/>
              </a:defRPr>
            </a:lvl3pPr>
            <a:lvl4pPr>
              <a:buNone/>
              <a:defRPr sz="2250" b="0">
                <a:solidFill>
                  <a:srgbClr val="F8F0F4"/>
                </a:solidFill>
                <a:latin typeface="Arial"/>
                <a:ea typeface="Arial"/>
                <a:cs typeface="Arial"/>
              </a:defRPr>
            </a:lvl4pPr>
            <a:lvl5pPr>
              <a:buNone/>
              <a:defRPr sz="2250" b="0">
                <a:solidFill>
                  <a:srgbClr val="F8F0F4"/>
                </a:solidFill>
                <a:latin typeface="Arial"/>
                <a:ea typeface="Arial"/>
                <a:cs typeface="Arial"/>
              </a:defRPr>
            </a:lvl5pPr>
            <a:lvl6pPr>
              <a:buNone/>
              <a:defRPr sz="2250" b="0">
                <a:solidFill>
                  <a:srgbClr val="F8F0F4"/>
                </a:solidFill>
                <a:latin typeface="Arial"/>
                <a:ea typeface="Arial"/>
                <a:cs typeface="Arial"/>
              </a:defRPr>
            </a:lvl6pPr>
            <a:lvl7pPr>
              <a:buNone/>
              <a:defRPr sz="2250" b="0">
                <a:solidFill>
                  <a:srgbClr val="F8F0F4"/>
                </a:solidFill>
                <a:latin typeface="Arial"/>
                <a:ea typeface="Arial"/>
                <a:cs typeface="Arial"/>
              </a:defRPr>
            </a:lvl7pPr>
            <a:lvl8pPr>
              <a:buNone/>
              <a:defRPr sz="2250" b="0">
                <a:solidFill>
                  <a:srgbClr val="F8F0F4"/>
                </a:solidFill>
                <a:latin typeface="Arial"/>
                <a:ea typeface="Arial"/>
                <a:cs typeface="Arial"/>
              </a:defRPr>
            </a:lvl8pPr>
            <a:lvl9pPr>
              <a:buNone/>
              <a:defRPr sz="2250" b="0">
                <a:solidFill>
                  <a:srgbClr val="F8F0F4"/>
                </a:solidFill>
                <a:latin typeface="Arial"/>
                <a:ea typeface="Arial"/>
                <a:cs typeface="Arial"/>
              </a:defRPr>
            </a:lvl9pPr>
          </a:lstStyle>
          <a:p xmlns:a="http://schemas.openxmlformats.org/drawingml/2006/main">
            <a:pPr>
              <a:buNone/>
              <a:defRPr sz="2250" b="0">
                <a:solidFill>
                  <a:srgbClr val="F8F0F4"/>
                </a:solidFill>
                <a:latin typeface="Arial"/>
                <a:ea typeface="Arial"/>
                <a:cs typeface="Arial"/>
              </a:defRPr>
            </a:pPr>
            <a:r>
              <a:rPr sz="2250" b="0">
                <a:solidFill>
                  <a:srgbClr val="F8F0F4"/>
                </a:solidFill>
                <a:latin typeface="Arial"/>
                <a:ea typeface="Arial"/>
                <a:cs typeface="Arial"/>
              </a:rPr>
              <a:t>Correct facts</a:t>
            </a:r>
          </a:p>
          <a:p xmlns:a="http://schemas.openxmlformats.org/drawingml/2006/main">
            <a:pPr>
              <a:buNone/>
              <a:defRPr sz="2250" b="0">
                <a:solidFill>
                  <a:srgbClr val="F8F0F4"/>
                </a:solidFill>
                <a:latin typeface="Arial"/>
                <a:ea typeface="Arial"/>
                <a:cs typeface="Arial"/>
              </a:defRPr>
            </a:pPr>
            <a:r>
              <a:rPr sz="2250" b="0">
                <a:solidFill>
                  <a:srgbClr val="F8F0F4"/>
                </a:solidFill>
                <a:latin typeface="Arial"/>
                <a:ea typeface="Arial"/>
                <a:cs typeface="Arial"/>
              </a:rPr>
              <a:t>Confirm the profile</a:t>
            </a:r>
          </a:p>
          <a:p xmlns:a="http://schemas.openxmlformats.org/drawingml/2006/main">
            <a:pPr>
              <a:buNone/>
              <a:defRPr sz="2250" b="0">
                <a:solidFill>
                  <a:srgbClr val="F8F0F4"/>
                </a:solidFill>
                <a:latin typeface="Arial"/>
                <a:ea typeface="Arial"/>
                <a:cs typeface="Arial"/>
              </a:defRPr>
            </a:pPr>
            <a:r>
              <a:rPr sz="2250" b="0">
                <a:solidFill>
                  <a:srgbClr val="F8F0F4"/>
                </a:solidFill>
                <a:latin typeface="Arial"/>
                <a:ea typeface="Arial"/>
                <a:cs typeface="Arial"/>
              </a:rPr>
              <a:t>Choose a role</a:t>
            </a:r>
          </a:p>
        </p:txBody>
      </p:sp>
      <p:sp>
        <p:nvSpPr>
          <p:cNvPr id="7" name="">
            <a:extLst xmlns:a="http://schemas.openxmlformats.org/drawingml/2006/main">
              <a:ext uri="{FF2B5EF4-FFF2-40B4-BE49-F238E27FC236}">
                <a16:creationId xmlns:a16="http://schemas.microsoft.com/office/drawing/2014/main" id="{42FE33CD-9B85-4122-9593-6557C16477B3}"/>
              </a:ext>
            </a:extLst>
          </p:cNvPr>
          <p:cNvSpPr>
            <a:spLocks xmlns:a="http://schemas.openxmlformats.org/drawingml/2006/main" noGrp="1"/>
          </p:cNvSpPr>
          <p:nvPr/>
        </p:nvSpPr>
        <p:spPr>
          <a:xfrm xmlns:a="http://schemas.openxmlformats.org/drawingml/2006/main">
            <a:off x="7848600" y="2667000"/>
            <a:ext cx="666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4500" b="0">
                <a:solidFill>
                  <a:srgbClr val="EFABC8"/>
                </a:solidFill>
                <a:latin typeface="Arial"/>
                <a:ea typeface="Arial"/>
                <a:cs typeface="Arial"/>
              </a:defRPr>
            </a:defPPr>
            <a:lvl1pPr>
              <a:buNone/>
              <a:defRPr sz="4500" b="0">
                <a:solidFill>
                  <a:srgbClr val="EFABC8"/>
                </a:solidFill>
                <a:latin typeface="Arial"/>
                <a:ea typeface="Arial"/>
                <a:cs typeface="Arial"/>
              </a:defRPr>
            </a:lvl1pPr>
            <a:lvl2pPr>
              <a:buNone/>
              <a:defRPr sz="4500" b="0">
                <a:solidFill>
                  <a:srgbClr val="EFABC8"/>
                </a:solidFill>
                <a:latin typeface="Arial"/>
                <a:ea typeface="Arial"/>
                <a:cs typeface="Arial"/>
              </a:defRPr>
            </a:lvl2pPr>
            <a:lvl3pPr>
              <a:buNone/>
              <a:defRPr sz="4500" b="0">
                <a:solidFill>
                  <a:srgbClr val="EFABC8"/>
                </a:solidFill>
                <a:latin typeface="Arial"/>
                <a:ea typeface="Arial"/>
                <a:cs typeface="Arial"/>
              </a:defRPr>
            </a:lvl3pPr>
            <a:lvl4pPr>
              <a:buNone/>
              <a:defRPr sz="4500" b="0">
                <a:solidFill>
                  <a:srgbClr val="EFABC8"/>
                </a:solidFill>
                <a:latin typeface="Arial"/>
                <a:ea typeface="Arial"/>
                <a:cs typeface="Arial"/>
              </a:defRPr>
            </a:lvl4pPr>
            <a:lvl5pPr>
              <a:buNone/>
              <a:defRPr sz="4500" b="0">
                <a:solidFill>
                  <a:srgbClr val="EFABC8"/>
                </a:solidFill>
                <a:latin typeface="Arial"/>
                <a:ea typeface="Arial"/>
                <a:cs typeface="Arial"/>
              </a:defRPr>
            </a:lvl5pPr>
            <a:lvl6pPr>
              <a:buNone/>
              <a:defRPr sz="4500" b="0">
                <a:solidFill>
                  <a:srgbClr val="EFABC8"/>
                </a:solidFill>
                <a:latin typeface="Arial"/>
                <a:ea typeface="Arial"/>
                <a:cs typeface="Arial"/>
              </a:defRPr>
            </a:lvl6pPr>
            <a:lvl7pPr>
              <a:buNone/>
              <a:defRPr sz="4500" b="0">
                <a:solidFill>
                  <a:srgbClr val="EFABC8"/>
                </a:solidFill>
                <a:latin typeface="Arial"/>
                <a:ea typeface="Arial"/>
                <a:cs typeface="Arial"/>
              </a:defRPr>
            </a:lvl7pPr>
            <a:lvl8pPr>
              <a:buNone/>
              <a:defRPr sz="4500" b="0">
                <a:solidFill>
                  <a:srgbClr val="EFABC8"/>
                </a:solidFill>
                <a:latin typeface="Arial"/>
                <a:ea typeface="Arial"/>
                <a:cs typeface="Arial"/>
              </a:defRPr>
            </a:lvl8pPr>
            <a:lvl9pPr>
              <a:buNone/>
              <a:defRPr sz="4500" b="0">
                <a:solidFill>
                  <a:srgbClr val="EFABC8"/>
                </a:solidFill>
                <a:latin typeface="Arial"/>
                <a:ea typeface="Arial"/>
                <a:cs typeface="Arial"/>
              </a:defRPr>
            </a:lvl9pPr>
          </a:lstStyle>
          <a:p xmlns:a="http://schemas.openxmlformats.org/drawingml/2006/main">
            <a:pPr>
              <a:buNone/>
              <a:defRPr sz="4500" b="0">
                <a:solidFill>
                  <a:srgbClr val="EFABC8"/>
                </a:solidFill>
                <a:latin typeface="Arial"/>
                <a:ea typeface="Arial"/>
                <a:cs typeface="Arial"/>
              </a:defRPr>
            </a:pPr>
            <a:r>
              <a:rPr sz="4500" b="0">
                <a:solidFill>
                  <a:srgbClr val="EFABC8"/>
                </a:solidFill>
                <a:latin typeface="Arial"/>
                <a:ea typeface="Arial"/>
                <a:cs typeface="Arial"/>
              </a:rPr>
              <a:t>→</a:t>
            </a:r>
          </a:p>
        </p:txBody>
      </p:sp>
      <p:sp>
        <p:nvSpPr>
          <p:cNvPr id="8" name="">
            <a:extLst xmlns:a="http://schemas.openxmlformats.org/drawingml/2006/main">
              <a:ext uri="{FF2B5EF4-FFF2-40B4-BE49-F238E27FC236}">
                <a16:creationId xmlns:a16="http://schemas.microsoft.com/office/drawing/2014/main" id="{EFC67DED-6B33-4D81-BCFD-82BDA9490BF0}"/>
              </a:ext>
            </a:extLst>
          </p:cNvPr>
          <p:cNvSpPr>
            <a:spLocks xmlns:a="http://schemas.openxmlformats.org/drawingml/2006/main" noGrp="1"/>
          </p:cNvSpPr>
          <p:nvPr/>
        </p:nvSpPr>
        <p:spPr>
          <a:xfrm xmlns:a="http://schemas.openxmlformats.org/drawingml/2006/main">
            <a:off x="8705850" y="1952625"/>
            <a:ext cx="29146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625" b="0">
                <a:solidFill>
                  <a:srgbClr val="EFABC8"/>
                </a:solidFill>
                <a:latin typeface="Arial"/>
                <a:ea typeface="Arial"/>
                <a:cs typeface="Arial"/>
              </a:defRPr>
            </a:defPPr>
            <a:lvl1pPr>
              <a:buNone/>
              <a:defRPr sz="2625" b="0">
                <a:solidFill>
                  <a:srgbClr val="EFABC8"/>
                </a:solidFill>
                <a:latin typeface="Arial"/>
                <a:ea typeface="Arial"/>
                <a:cs typeface="Arial"/>
              </a:defRPr>
            </a:lvl1pPr>
            <a:lvl2pPr>
              <a:buNone/>
              <a:defRPr sz="2625" b="0">
                <a:solidFill>
                  <a:srgbClr val="EFABC8"/>
                </a:solidFill>
                <a:latin typeface="Arial"/>
                <a:ea typeface="Arial"/>
                <a:cs typeface="Arial"/>
              </a:defRPr>
            </a:lvl2pPr>
            <a:lvl3pPr>
              <a:buNone/>
              <a:defRPr sz="2625" b="0">
                <a:solidFill>
                  <a:srgbClr val="EFABC8"/>
                </a:solidFill>
                <a:latin typeface="Arial"/>
                <a:ea typeface="Arial"/>
                <a:cs typeface="Arial"/>
              </a:defRPr>
            </a:lvl3pPr>
            <a:lvl4pPr>
              <a:buNone/>
              <a:defRPr sz="2625" b="0">
                <a:solidFill>
                  <a:srgbClr val="EFABC8"/>
                </a:solidFill>
                <a:latin typeface="Arial"/>
                <a:ea typeface="Arial"/>
                <a:cs typeface="Arial"/>
              </a:defRPr>
            </a:lvl4pPr>
            <a:lvl5pPr>
              <a:buNone/>
              <a:defRPr sz="2625" b="0">
                <a:solidFill>
                  <a:srgbClr val="EFABC8"/>
                </a:solidFill>
                <a:latin typeface="Arial"/>
                <a:ea typeface="Arial"/>
                <a:cs typeface="Arial"/>
              </a:defRPr>
            </a:lvl5pPr>
            <a:lvl6pPr>
              <a:buNone/>
              <a:defRPr sz="2625" b="0">
                <a:solidFill>
                  <a:srgbClr val="EFABC8"/>
                </a:solidFill>
                <a:latin typeface="Arial"/>
                <a:ea typeface="Arial"/>
                <a:cs typeface="Arial"/>
              </a:defRPr>
            </a:lvl6pPr>
            <a:lvl7pPr>
              <a:buNone/>
              <a:defRPr sz="2625" b="0">
                <a:solidFill>
                  <a:srgbClr val="EFABC8"/>
                </a:solidFill>
                <a:latin typeface="Arial"/>
                <a:ea typeface="Arial"/>
                <a:cs typeface="Arial"/>
              </a:defRPr>
            </a:lvl7pPr>
            <a:lvl8pPr>
              <a:buNone/>
              <a:defRPr sz="2625" b="0">
                <a:solidFill>
                  <a:srgbClr val="EFABC8"/>
                </a:solidFill>
                <a:latin typeface="Arial"/>
                <a:ea typeface="Arial"/>
                <a:cs typeface="Arial"/>
              </a:defRPr>
            </a:lvl8pPr>
            <a:lvl9pPr>
              <a:buNone/>
              <a:defRPr sz="2625" b="0">
                <a:solidFill>
                  <a:srgbClr val="EFABC8"/>
                </a:solidFill>
                <a:latin typeface="Arial"/>
                <a:ea typeface="Arial"/>
                <a:cs typeface="Arial"/>
              </a:defRPr>
            </a:lvl9pPr>
          </a:lstStyle>
          <a:p xmlns:a="http://schemas.openxmlformats.org/drawingml/2006/main">
            <a:pPr>
              <a:buNone/>
              <a:defRPr sz="2625" b="0">
                <a:solidFill>
                  <a:srgbClr val="EFABC8"/>
                </a:solidFill>
                <a:latin typeface="Arial"/>
                <a:ea typeface="Arial"/>
                <a:cs typeface="Arial"/>
              </a:defRPr>
            </a:pPr>
            <a:r>
              <a:rPr sz="2625" b="0">
                <a:solidFill>
                  <a:srgbClr val="EFABC8"/>
                </a:solidFill>
                <a:latin typeface="Arial"/>
                <a:ea typeface="Arial"/>
                <a:cs typeface="Arial"/>
              </a:rPr>
              <a:t>Evidence analyst</a:t>
            </a:r>
          </a:p>
        </p:txBody>
      </p:sp>
      <p:sp>
        <p:nvSpPr>
          <p:cNvPr id="9" name="">
            <a:extLst xmlns:a="http://schemas.openxmlformats.org/drawingml/2006/main">
              <a:ext uri="{FF2B5EF4-FFF2-40B4-BE49-F238E27FC236}">
                <a16:creationId xmlns:a16="http://schemas.microsoft.com/office/drawing/2014/main" id="{379D20D9-D7B8-488E-8C0F-337ABE94B1A5}"/>
              </a:ext>
            </a:extLst>
          </p:cNvPr>
          <p:cNvSpPr>
            <a:spLocks xmlns:a="http://schemas.openxmlformats.org/drawingml/2006/main" noGrp="1"/>
          </p:cNvSpPr>
          <p:nvPr/>
        </p:nvSpPr>
        <p:spPr>
          <a:xfrm xmlns:a="http://schemas.openxmlformats.org/drawingml/2006/main">
            <a:off x="8705850" y="2762250"/>
            <a:ext cx="291465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F8F0F4"/>
                </a:solidFill>
                <a:latin typeface="Arial"/>
                <a:ea typeface="Arial"/>
                <a:cs typeface="Arial"/>
              </a:defRPr>
            </a:defPPr>
            <a:lvl1pPr>
              <a:buNone/>
              <a:defRPr sz="2175" b="0">
                <a:solidFill>
                  <a:srgbClr val="F8F0F4"/>
                </a:solidFill>
                <a:latin typeface="Arial"/>
                <a:ea typeface="Arial"/>
                <a:cs typeface="Arial"/>
              </a:defRPr>
            </a:lvl1pPr>
            <a:lvl2pPr>
              <a:buNone/>
              <a:defRPr sz="2175" b="0">
                <a:solidFill>
                  <a:srgbClr val="F8F0F4"/>
                </a:solidFill>
                <a:latin typeface="Arial"/>
                <a:ea typeface="Arial"/>
                <a:cs typeface="Arial"/>
              </a:defRPr>
            </a:lvl2pPr>
            <a:lvl3pPr>
              <a:buNone/>
              <a:defRPr sz="2175" b="0">
                <a:solidFill>
                  <a:srgbClr val="F8F0F4"/>
                </a:solidFill>
                <a:latin typeface="Arial"/>
                <a:ea typeface="Arial"/>
                <a:cs typeface="Arial"/>
              </a:defRPr>
            </a:lvl3pPr>
            <a:lvl4pPr>
              <a:buNone/>
              <a:defRPr sz="2175" b="0">
                <a:solidFill>
                  <a:srgbClr val="F8F0F4"/>
                </a:solidFill>
                <a:latin typeface="Arial"/>
                <a:ea typeface="Arial"/>
                <a:cs typeface="Arial"/>
              </a:defRPr>
            </a:lvl4pPr>
            <a:lvl5pPr>
              <a:buNone/>
              <a:defRPr sz="2175" b="0">
                <a:solidFill>
                  <a:srgbClr val="F8F0F4"/>
                </a:solidFill>
                <a:latin typeface="Arial"/>
                <a:ea typeface="Arial"/>
                <a:cs typeface="Arial"/>
              </a:defRPr>
            </a:lvl5pPr>
            <a:lvl6pPr>
              <a:buNone/>
              <a:defRPr sz="2175" b="0">
                <a:solidFill>
                  <a:srgbClr val="F8F0F4"/>
                </a:solidFill>
                <a:latin typeface="Arial"/>
                <a:ea typeface="Arial"/>
                <a:cs typeface="Arial"/>
              </a:defRPr>
            </a:lvl6pPr>
            <a:lvl7pPr>
              <a:buNone/>
              <a:defRPr sz="2175" b="0">
                <a:solidFill>
                  <a:srgbClr val="F8F0F4"/>
                </a:solidFill>
                <a:latin typeface="Arial"/>
                <a:ea typeface="Arial"/>
                <a:cs typeface="Arial"/>
              </a:defRPr>
            </a:lvl7pPr>
            <a:lvl8pPr>
              <a:buNone/>
              <a:defRPr sz="2175" b="0">
                <a:solidFill>
                  <a:srgbClr val="F8F0F4"/>
                </a:solidFill>
                <a:latin typeface="Arial"/>
                <a:ea typeface="Arial"/>
                <a:cs typeface="Arial"/>
              </a:defRPr>
            </a:lvl8pPr>
            <a:lvl9pPr>
              <a:buNone/>
              <a:defRPr sz="2175" b="0">
                <a:solidFill>
                  <a:srgbClr val="F8F0F4"/>
                </a:solidFill>
                <a:latin typeface="Arial"/>
                <a:ea typeface="Arial"/>
                <a:cs typeface="Arial"/>
              </a:defRPr>
            </a:lvl9pPr>
          </a:lstStyle>
          <a:p xmlns:a="http://schemas.openxmlformats.org/drawingml/2006/main">
            <a:pPr>
              <a:buNone/>
              <a:defRPr sz="2175" b="0">
                <a:solidFill>
                  <a:srgbClr val="F8F0F4"/>
                </a:solidFill>
                <a:latin typeface="Arial"/>
                <a:ea typeface="Arial"/>
                <a:cs typeface="Arial"/>
              </a:defRPr>
            </a:pPr>
            <a:r>
              <a:rPr sz="2175" b="0">
                <a:solidFill>
                  <a:srgbClr val="F8F0F4"/>
                </a:solidFill>
                <a:latin typeface="Arial"/>
                <a:ea typeface="Arial"/>
                <a:cs typeface="Arial"/>
              </a:rPr>
              <a:t>Two read-only tools</a:t>
            </a:r>
          </a:p>
          <a:p xmlns:a="http://schemas.openxmlformats.org/drawingml/2006/main">
            <a:pPr>
              <a:buNone/>
              <a:defRPr sz="2175" b="0">
                <a:solidFill>
                  <a:srgbClr val="F8F0F4"/>
                </a:solidFill>
                <a:latin typeface="Arial"/>
                <a:ea typeface="Arial"/>
                <a:cs typeface="Arial"/>
              </a:defRPr>
            </a:pPr>
            <a:r>
              <a:rPr sz="2175" b="0">
                <a:solidFill>
                  <a:srgbClr val="F8F0F4"/>
                </a:solidFill>
                <a:latin typeface="Arial"/>
                <a:ea typeface="Arial"/>
                <a:cs typeface="Arial"/>
              </a:rPr>
              <a:t>Fact-to-source links</a:t>
            </a:r>
          </a:p>
          <a:p xmlns:a="http://schemas.openxmlformats.org/drawingml/2006/main">
            <a:pPr>
              <a:buNone/>
              <a:defRPr sz="2175" b="0">
                <a:solidFill>
                  <a:srgbClr val="F8F0F4"/>
                </a:solidFill>
                <a:latin typeface="Arial"/>
                <a:ea typeface="Arial"/>
                <a:cs typeface="Arial"/>
              </a:defRPr>
            </a:pPr>
            <a:r>
              <a:rPr sz="2175" b="0">
                <a:solidFill>
                  <a:srgbClr val="F8F0F4"/>
                </a:solidFill>
                <a:latin typeface="Arial"/>
                <a:ea typeface="Arial"/>
                <a:cs typeface="Arial"/>
              </a:rPr>
              <a:t>Gaps and questions</a:t>
            </a:r>
          </a:p>
        </p:txBody>
      </p:sp>
      <p:sp>
        <p:nvSpPr>
          <p:cNvPr id="10" name="">
            <a:extLst xmlns:a="http://schemas.openxmlformats.org/drawingml/2006/main">
              <a:ext uri="{FF2B5EF4-FFF2-40B4-BE49-F238E27FC236}">
                <a16:creationId xmlns:a16="http://schemas.microsoft.com/office/drawing/2014/main" id="{D400F52D-0BEF-4A43-833D-89133E1BC92B}"/>
              </a:ext>
            </a:extLst>
          </p:cNvPr>
          <p:cNvSpPr>
            <a:spLocks xmlns:a="http://schemas.openxmlformats.org/drawingml/2006/main" noGrp="1"/>
          </p:cNvSpPr>
          <p:nvPr/>
        </p:nvSpPr>
        <p:spPr>
          <a:xfrm xmlns:a="http://schemas.openxmlformats.org/drawingml/2006/main">
            <a:off x="609600" y="6086475"/>
            <a:ext cx="109347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00" b="0">
                <a:solidFill>
                  <a:srgbClr val="CCB8C5"/>
                </a:solidFill>
                <a:latin typeface="Arial"/>
                <a:ea typeface="Arial"/>
                <a:cs typeface="Arial"/>
              </a:defRPr>
            </a:defPPr>
            <a:lvl1pPr>
              <a:buNone/>
              <a:defRPr sz="1500" b="0">
                <a:solidFill>
                  <a:srgbClr val="CCB8C5"/>
                </a:solidFill>
                <a:latin typeface="Arial"/>
                <a:ea typeface="Arial"/>
                <a:cs typeface="Arial"/>
              </a:defRPr>
            </a:lvl1pPr>
            <a:lvl2pPr>
              <a:buNone/>
              <a:defRPr sz="1500" b="0">
                <a:solidFill>
                  <a:srgbClr val="CCB8C5"/>
                </a:solidFill>
                <a:latin typeface="Arial"/>
                <a:ea typeface="Arial"/>
                <a:cs typeface="Arial"/>
              </a:defRPr>
            </a:lvl2pPr>
            <a:lvl3pPr>
              <a:buNone/>
              <a:defRPr sz="1500" b="0">
                <a:solidFill>
                  <a:srgbClr val="CCB8C5"/>
                </a:solidFill>
                <a:latin typeface="Arial"/>
                <a:ea typeface="Arial"/>
                <a:cs typeface="Arial"/>
              </a:defRPr>
            </a:lvl3pPr>
            <a:lvl4pPr>
              <a:buNone/>
              <a:defRPr sz="1500" b="0">
                <a:solidFill>
                  <a:srgbClr val="CCB8C5"/>
                </a:solidFill>
                <a:latin typeface="Arial"/>
                <a:ea typeface="Arial"/>
                <a:cs typeface="Arial"/>
              </a:defRPr>
            </a:lvl4pPr>
            <a:lvl5pPr>
              <a:buNone/>
              <a:defRPr sz="1500" b="0">
                <a:solidFill>
                  <a:srgbClr val="CCB8C5"/>
                </a:solidFill>
                <a:latin typeface="Arial"/>
                <a:ea typeface="Arial"/>
                <a:cs typeface="Arial"/>
              </a:defRPr>
            </a:lvl5pPr>
            <a:lvl6pPr>
              <a:buNone/>
              <a:defRPr sz="1500" b="0">
                <a:solidFill>
                  <a:srgbClr val="CCB8C5"/>
                </a:solidFill>
                <a:latin typeface="Arial"/>
                <a:ea typeface="Arial"/>
                <a:cs typeface="Arial"/>
              </a:defRPr>
            </a:lvl6pPr>
            <a:lvl7pPr>
              <a:buNone/>
              <a:defRPr sz="1500" b="0">
                <a:solidFill>
                  <a:srgbClr val="CCB8C5"/>
                </a:solidFill>
                <a:latin typeface="Arial"/>
                <a:ea typeface="Arial"/>
                <a:cs typeface="Arial"/>
              </a:defRPr>
            </a:lvl7pPr>
            <a:lvl8pPr>
              <a:buNone/>
              <a:defRPr sz="1500" b="0">
                <a:solidFill>
                  <a:srgbClr val="CCB8C5"/>
                </a:solidFill>
                <a:latin typeface="Arial"/>
                <a:ea typeface="Arial"/>
                <a:cs typeface="Arial"/>
              </a:defRPr>
            </a:lvl8pPr>
            <a:lvl9pPr>
              <a:buNone/>
              <a:defRPr sz="1500" b="0">
                <a:solidFill>
                  <a:srgbClr val="CCB8C5"/>
                </a:solidFill>
                <a:latin typeface="Arial"/>
                <a:ea typeface="Arial"/>
                <a:cs typeface="Arial"/>
              </a:defRPr>
            </a:lvl9pPr>
          </a:lstStyle>
          <a:p xmlns:a="http://schemas.openxmlformats.org/drawingml/2006/main">
            <a:pPr>
              <a:buNone/>
              <a:defRPr sz="1500" b="0">
                <a:solidFill>
                  <a:srgbClr val="CCB8C5"/>
                </a:solidFill>
                <a:latin typeface="Arial"/>
                <a:ea typeface="Arial"/>
                <a:cs typeface="Arial"/>
              </a:defRPr>
            </a:pPr>
            <a:r>
              <a:rPr sz="1500" b="0">
                <a:solidFill>
                  <a:srgbClr val="CCB8C5"/>
                </a:solidFill>
                <a:latin typeface="Arial"/>
                <a:ea typeface="Arial"/>
                <a:cs typeface="Arial"/>
              </a:rPr>
              <a:t>Search, scoring, saving and form filling use ordinary code. No autonomous submission or email.</a:t>
            </a:r>
          </a:p>
        </p:txBody>
      </p:sp>
    </p:spTree>
    <p:extLst>
      <p:ext uri="{BB962C8B-B14F-4D97-AF65-F5344CB8AC3E}">
        <p14:creationId xmlns:p14="http://schemas.microsoft.com/office/powerpoint/2010/main" val="1738066703"/>
      </p:ext>
    </p:extLst>
  </p:cSld>
</p:sld>
</file>

<file path=ppt/slides/slide5.xml><?xml version="1.0" encoding="utf-8"?>
<p:sld xmlns:p="http://schemas.openxmlformats.org/presentationml/2006/main">
  <p:cSld>
    <p:bg>
      <p:bgPr>
        <a:solidFill xmlns:a="http://schemas.openxmlformats.org/drawingml/2006/main">
          <a:srgbClr val="241D25"/>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D0A447CC-AA58-4655-B99A-030915F2D128}"/>
              </a:ext>
            </a:extLst>
          </p:cNvPr>
          <p:cNvSpPr>
            <a:spLocks xmlns:a="http://schemas.openxmlformats.org/drawingml/2006/main" noGrp="1"/>
          </p:cNvSpPr>
          <p:nvPr/>
        </p:nvSpPr>
        <p:spPr>
          <a:xfrm xmlns:a="http://schemas.openxmlformats.org/drawingml/2006/main">
            <a:off x="609600" y="4191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4350" b="0">
                <a:solidFill>
                  <a:srgbClr val="EFABC8"/>
                </a:solidFill>
                <a:latin typeface="Georgia"/>
                <a:ea typeface="Georgia"/>
                <a:cs typeface="Georgia"/>
              </a:defRPr>
            </a:defPPr>
            <a:lvl1pPr>
              <a:buNone/>
              <a:defRPr sz="4350" b="0">
                <a:solidFill>
                  <a:srgbClr val="EFABC8"/>
                </a:solidFill>
                <a:latin typeface="Georgia"/>
                <a:ea typeface="Georgia"/>
                <a:cs typeface="Georgia"/>
              </a:defRPr>
            </a:lvl1pPr>
            <a:lvl2pPr>
              <a:buNone/>
              <a:defRPr sz="4350" b="0">
                <a:solidFill>
                  <a:srgbClr val="EFABC8"/>
                </a:solidFill>
                <a:latin typeface="Georgia"/>
                <a:ea typeface="Georgia"/>
                <a:cs typeface="Georgia"/>
              </a:defRPr>
            </a:lvl2pPr>
            <a:lvl3pPr>
              <a:buNone/>
              <a:defRPr sz="4350" b="0">
                <a:solidFill>
                  <a:srgbClr val="EFABC8"/>
                </a:solidFill>
                <a:latin typeface="Georgia"/>
                <a:ea typeface="Georgia"/>
                <a:cs typeface="Georgia"/>
              </a:defRPr>
            </a:lvl3pPr>
            <a:lvl4pPr>
              <a:buNone/>
              <a:defRPr sz="4350" b="0">
                <a:solidFill>
                  <a:srgbClr val="EFABC8"/>
                </a:solidFill>
                <a:latin typeface="Georgia"/>
                <a:ea typeface="Georgia"/>
                <a:cs typeface="Georgia"/>
              </a:defRPr>
            </a:lvl4pPr>
            <a:lvl5pPr>
              <a:buNone/>
              <a:defRPr sz="4350" b="0">
                <a:solidFill>
                  <a:srgbClr val="EFABC8"/>
                </a:solidFill>
                <a:latin typeface="Georgia"/>
                <a:ea typeface="Georgia"/>
                <a:cs typeface="Georgia"/>
              </a:defRPr>
            </a:lvl5pPr>
            <a:lvl6pPr>
              <a:buNone/>
              <a:defRPr sz="4350" b="0">
                <a:solidFill>
                  <a:srgbClr val="EFABC8"/>
                </a:solidFill>
                <a:latin typeface="Georgia"/>
                <a:ea typeface="Georgia"/>
                <a:cs typeface="Georgia"/>
              </a:defRPr>
            </a:lvl6pPr>
            <a:lvl7pPr>
              <a:buNone/>
              <a:defRPr sz="4350" b="0">
                <a:solidFill>
                  <a:srgbClr val="EFABC8"/>
                </a:solidFill>
                <a:latin typeface="Georgia"/>
                <a:ea typeface="Georgia"/>
                <a:cs typeface="Georgia"/>
              </a:defRPr>
            </a:lvl7pPr>
            <a:lvl8pPr>
              <a:buNone/>
              <a:defRPr sz="4350" b="0">
                <a:solidFill>
                  <a:srgbClr val="EFABC8"/>
                </a:solidFill>
                <a:latin typeface="Georgia"/>
                <a:ea typeface="Georgia"/>
                <a:cs typeface="Georgia"/>
              </a:defRPr>
            </a:lvl8pPr>
            <a:lvl9pPr>
              <a:buNone/>
              <a:defRPr sz="4350" b="0">
                <a:solidFill>
                  <a:srgbClr val="EFABC8"/>
                </a:solidFill>
                <a:latin typeface="Georgia"/>
                <a:ea typeface="Georgia"/>
                <a:cs typeface="Georgia"/>
              </a:defRPr>
            </a:lvl9pPr>
          </a:lstStyle>
          <a:p xmlns:a="http://schemas.openxmlformats.org/drawingml/2006/main">
            <a:pPr>
              <a:buNone/>
              <a:defRPr sz="4350" b="0">
                <a:solidFill>
                  <a:srgbClr val="EFABC8"/>
                </a:solidFill>
                <a:latin typeface="Georgia"/>
                <a:ea typeface="Georgia"/>
                <a:cs typeface="Georgia"/>
              </a:defRPr>
            </a:pPr>
            <a:r>
              <a:rPr sz="4350" b="0">
                <a:solidFill>
                  <a:srgbClr val="EFABC8"/>
                </a:solidFill>
                <a:latin typeface="Georgia"/>
                <a:ea typeface="Georgia"/>
                <a:cs typeface="Georgia"/>
              </a:rPr>
              <a:t>A real role, an honest gap</a:t>
            </a:r>
          </a:p>
        </p:txBody>
      </p:sp>
      <p:sp>
        <p:nvSpPr>
          <p:cNvPr id="2" name="">
            <a:extLst xmlns:a="http://schemas.openxmlformats.org/drawingml/2006/main">
              <a:ext uri="{FF2B5EF4-FFF2-40B4-BE49-F238E27FC236}">
                <a16:creationId xmlns:a16="http://schemas.microsoft.com/office/drawing/2014/main" id="{72D18969-DF7C-4BB4-8968-33D67BE95F2B}"/>
              </a:ext>
            </a:extLst>
          </p:cNvPr>
          <p:cNvSpPr>
            <a:spLocks xmlns:a="http://schemas.openxmlformats.org/drawingml/2006/main" noGrp="1"/>
          </p:cNvSpPr>
          <p:nvPr/>
        </p:nvSpPr>
        <p:spPr>
          <a:xfrm xmlns:a="http://schemas.openxmlformats.org/drawingml/2006/main">
            <a:off x="609600" y="1743075"/>
            <a:ext cx="562927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EFABC8"/>
                </a:solidFill>
                <a:latin typeface="Arial"/>
                <a:ea typeface="Arial"/>
                <a:cs typeface="Arial"/>
              </a:defRPr>
            </a:defPPr>
            <a:lvl1pPr>
              <a:buNone/>
              <a:defRPr sz="2250" b="0">
                <a:solidFill>
                  <a:srgbClr val="EFABC8"/>
                </a:solidFill>
                <a:latin typeface="Arial"/>
                <a:ea typeface="Arial"/>
                <a:cs typeface="Arial"/>
              </a:defRPr>
            </a:lvl1pPr>
            <a:lvl2pPr>
              <a:buNone/>
              <a:defRPr sz="2250" b="0">
                <a:solidFill>
                  <a:srgbClr val="EFABC8"/>
                </a:solidFill>
                <a:latin typeface="Arial"/>
                <a:ea typeface="Arial"/>
                <a:cs typeface="Arial"/>
              </a:defRPr>
            </a:lvl2pPr>
            <a:lvl3pPr>
              <a:buNone/>
              <a:defRPr sz="2250" b="0">
                <a:solidFill>
                  <a:srgbClr val="EFABC8"/>
                </a:solidFill>
                <a:latin typeface="Arial"/>
                <a:ea typeface="Arial"/>
                <a:cs typeface="Arial"/>
              </a:defRPr>
            </a:lvl3pPr>
            <a:lvl4pPr>
              <a:buNone/>
              <a:defRPr sz="2250" b="0">
                <a:solidFill>
                  <a:srgbClr val="EFABC8"/>
                </a:solidFill>
                <a:latin typeface="Arial"/>
                <a:ea typeface="Arial"/>
                <a:cs typeface="Arial"/>
              </a:defRPr>
            </a:lvl4pPr>
            <a:lvl5pPr>
              <a:buNone/>
              <a:defRPr sz="2250" b="0">
                <a:solidFill>
                  <a:srgbClr val="EFABC8"/>
                </a:solidFill>
                <a:latin typeface="Arial"/>
                <a:ea typeface="Arial"/>
                <a:cs typeface="Arial"/>
              </a:defRPr>
            </a:lvl5pPr>
            <a:lvl6pPr>
              <a:buNone/>
              <a:defRPr sz="2250" b="0">
                <a:solidFill>
                  <a:srgbClr val="EFABC8"/>
                </a:solidFill>
                <a:latin typeface="Arial"/>
                <a:ea typeface="Arial"/>
                <a:cs typeface="Arial"/>
              </a:defRPr>
            </a:lvl6pPr>
            <a:lvl7pPr>
              <a:buNone/>
              <a:defRPr sz="2250" b="0">
                <a:solidFill>
                  <a:srgbClr val="EFABC8"/>
                </a:solidFill>
                <a:latin typeface="Arial"/>
                <a:ea typeface="Arial"/>
                <a:cs typeface="Arial"/>
              </a:defRPr>
            </a:lvl7pPr>
            <a:lvl8pPr>
              <a:buNone/>
              <a:defRPr sz="2250" b="0">
                <a:solidFill>
                  <a:srgbClr val="EFABC8"/>
                </a:solidFill>
                <a:latin typeface="Arial"/>
                <a:ea typeface="Arial"/>
                <a:cs typeface="Arial"/>
              </a:defRPr>
            </a:lvl8pPr>
            <a:lvl9pPr>
              <a:buNone/>
              <a:defRPr sz="2250" b="0">
                <a:solidFill>
                  <a:srgbClr val="EFABC8"/>
                </a:solidFill>
                <a:latin typeface="Arial"/>
                <a:ea typeface="Arial"/>
                <a:cs typeface="Arial"/>
              </a:defRPr>
            </a:lvl9pPr>
          </a:lstStyle>
          <a:p xmlns:a="http://schemas.openxmlformats.org/drawingml/2006/main">
            <a:pPr>
              <a:buNone/>
              <a:defRPr sz="2250" b="0">
                <a:solidFill>
                  <a:srgbClr val="EFABC8"/>
                </a:solidFill>
                <a:latin typeface="Arial"/>
                <a:ea typeface="Arial"/>
                <a:cs typeface="Arial"/>
              </a:defRPr>
            </a:pPr>
            <a:r>
              <a:rPr sz="2250" b="0">
                <a:solidFill>
                  <a:srgbClr val="EFABC8"/>
                </a:solidFill>
                <a:latin typeface="Arial"/>
                <a:ea typeface="Arial"/>
                <a:cs typeface="Arial"/>
              </a:rPr>
              <a:t>Actual assessment, excerpt</a:t>
            </a:r>
          </a:p>
        </p:txBody>
      </p:sp>
      <p:sp>
        <p:nvSpPr>
          <p:cNvPr id="3" name="">
            <a:extLst xmlns:a="http://schemas.openxmlformats.org/drawingml/2006/main">
              <a:ext uri="{FF2B5EF4-FFF2-40B4-BE49-F238E27FC236}">
                <a16:creationId xmlns:a16="http://schemas.microsoft.com/office/drawing/2014/main" id="{4645E25A-0605-4155-92CC-5C3736A3F2B5}"/>
              </a:ext>
            </a:extLst>
          </p:cNvPr>
          <p:cNvSpPr>
            <a:spLocks xmlns:a="http://schemas.openxmlformats.org/drawingml/2006/main" noGrp="1"/>
          </p:cNvSpPr>
          <p:nvPr/>
        </p:nvSpPr>
        <p:spPr>
          <a:xfrm xmlns:a="http://schemas.openxmlformats.org/drawingml/2006/main">
            <a:off x="609600" y="2619375"/>
            <a:ext cx="5476875" cy="2686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75" b="0">
                <a:solidFill>
                  <a:srgbClr val="F8F0F4"/>
                </a:solidFill>
                <a:latin typeface="Arial"/>
                <a:ea typeface="Arial"/>
                <a:cs typeface="Arial"/>
              </a:defRPr>
            </a:defPPr>
            <a:lvl1pPr>
              <a:buNone/>
              <a:defRPr sz="2475" b="0">
                <a:solidFill>
                  <a:srgbClr val="F8F0F4"/>
                </a:solidFill>
                <a:latin typeface="Arial"/>
                <a:ea typeface="Arial"/>
                <a:cs typeface="Arial"/>
              </a:defRPr>
            </a:lvl1pPr>
            <a:lvl2pPr>
              <a:buNone/>
              <a:defRPr sz="2475" b="0">
                <a:solidFill>
                  <a:srgbClr val="F8F0F4"/>
                </a:solidFill>
                <a:latin typeface="Arial"/>
                <a:ea typeface="Arial"/>
                <a:cs typeface="Arial"/>
              </a:defRPr>
            </a:lvl2pPr>
            <a:lvl3pPr>
              <a:buNone/>
              <a:defRPr sz="2475" b="0">
                <a:solidFill>
                  <a:srgbClr val="F8F0F4"/>
                </a:solidFill>
                <a:latin typeface="Arial"/>
                <a:ea typeface="Arial"/>
                <a:cs typeface="Arial"/>
              </a:defRPr>
            </a:lvl3pPr>
            <a:lvl4pPr>
              <a:buNone/>
              <a:defRPr sz="2475" b="0">
                <a:solidFill>
                  <a:srgbClr val="F8F0F4"/>
                </a:solidFill>
                <a:latin typeface="Arial"/>
                <a:ea typeface="Arial"/>
                <a:cs typeface="Arial"/>
              </a:defRPr>
            </a:lvl4pPr>
            <a:lvl5pPr>
              <a:buNone/>
              <a:defRPr sz="2475" b="0">
                <a:solidFill>
                  <a:srgbClr val="F8F0F4"/>
                </a:solidFill>
                <a:latin typeface="Arial"/>
                <a:ea typeface="Arial"/>
                <a:cs typeface="Arial"/>
              </a:defRPr>
            </a:lvl5pPr>
            <a:lvl6pPr>
              <a:buNone/>
              <a:defRPr sz="2475" b="0">
                <a:solidFill>
                  <a:srgbClr val="F8F0F4"/>
                </a:solidFill>
                <a:latin typeface="Arial"/>
                <a:ea typeface="Arial"/>
                <a:cs typeface="Arial"/>
              </a:defRPr>
            </a:lvl6pPr>
            <a:lvl7pPr>
              <a:buNone/>
              <a:defRPr sz="2475" b="0">
                <a:solidFill>
                  <a:srgbClr val="F8F0F4"/>
                </a:solidFill>
                <a:latin typeface="Arial"/>
                <a:ea typeface="Arial"/>
                <a:cs typeface="Arial"/>
              </a:defRPr>
            </a:lvl7pPr>
            <a:lvl8pPr>
              <a:buNone/>
              <a:defRPr sz="2475" b="0">
                <a:solidFill>
                  <a:srgbClr val="F8F0F4"/>
                </a:solidFill>
                <a:latin typeface="Arial"/>
                <a:ea typeface="Arial"/>
                <a:cs typeface="Arial"/>
              </a:defRPr>
            </a:lvl8pPr>
            <a:lvl9pPr>
              <a:buNone/>
              <a:defRPr sz="2475" b="0">
                <a:solidFill>
                  <a:srgbClr val="F8F0F4"/>
                </a:solidFill>
                <a:latin typeface="Arial"/>
                <a:ea typeface="Arial"/>
                <a:cs typeface="Arial"/>
              </a:defRPr>
            </a:lvl9pPr>
          </a:lstStyle>
          <a:p xmlns:a="http://schemas.openxmlformats.org/drawingml/2006/main">
            <a:pPr>
              <a:buNone/>
              <a:defRPr sz="2475" b="0">
                <a:solidFill>
                  <a:srgbClr val="F8F0F4"/>
                </a:solidFill>
                <a:latin typeface="Arial"/>
                <a:ea typeface="Arial"/>
                <a:cs typeface="Arial"/>
              </a:defRPr>
            </a:pPr>
            <a:r>
              <a:rPr sz="2475" b="0">
                <a:solidFill>
                  <a:srgbClr val="F8F0F4"/>
                </a:solidFill>
                <a:latin typeface="Arial"/>
                <a:ea typeface="Arial"/>
                <a:cs typeface="Arial"/>
              </a:rPr>
              <a:t>“Year-only employment dates suggest roughly five years of analytical experience; exact qualifying tenure remains uncertain.”</a:t>
            </a:r>
          </a:p>
        </p:txBody>
      </p:sp>
      <p:sp>
        <p:nvSpPr>
          <p:cNvPr id="4" name="">
            <a:extLst xmlns:a="http://schemas.openxmlformats.org/drawingml/2006/main">
              <a:ext uri="{FF2B5EF4-FFF2-40B4-BE49-F238E27FC236}">
                <a16:creationId xmlns:a16="http://schemas.microsoft.com/office/drawing/2014/main" id="{434EF166-C439-411F-A383-9BEF72B5BCC1}"/>
              </a:ext>
            </a:extLst>
          </p:cNvPr>
          <p:cNvSpPr>
            <a:spLocks xmlns:a="http://schemas.openxmlformats.org/drawingml/2006/main" noGrp="1"/>
          </p:cNvSpPr>
          <p:nvPr/>
        </p:nvSpPr>
        <p:spPr>
          <a:xfrm xmlns:a="http://schemas.openxmlformats.org/drawingml/2006/main">
            <a:off x="609600" y="5381625"/>
            <a:ext cx="56292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CCB8C5"/>
                </a:solidFill>
                <a:latin typeface="Arial"/>
                <a:ea typeface="Arial"/>
                <a:cs typeface="Arial"/>
              </a:defRPr>
            </a:defPPr>
            <a:lvl1pPr>
              <a:buNone/>
              <a:defRPr sz="1650" b="0">
                <a:solidFill>
                  <a:srgbClr val="CCB8C5"/>
                </a:solidFill>
                <a:latin typeface="Arial"/>
                <a:ea typeface="Arial"/>
                <a:cs typeface="Arial"/>
              </a:defRPr>
            </a:lvl1pPr>
            <a:lvl2pPr>
              <a:buNone/>
              <a:defRPr sz="1650" b="0">
                <a:solidFill>
                  <a:srgbClr val="CCB8C5"/>
                </a:solidFill>
                <a:latin typeface="Arial"/>
                <a:ea typeface="Arial"/>
                <a:cs typeface="Arial"/>
              </a:defRPr>
            </a:lvl2pPr>
            <a:lvl3pPr>
              <a:buNone/>
              <a:defRPr sz="1650" b="0">
                <a:solidFill>
                  <a:srgbClr val="CCB8C5"/>
                </a:solidFill>
                <a:latin typeface="Arial"/>
                <a:ea typeface="Arial"/>
                <a:cs typeface="Arial"/>
              </a:defRPr>
            </a:lvl3pPr>
            <a:lvl4pPr>
              <a:buNone/>
              <a:defRPr sz="1650" b="0">
                <a:solidFill>
                  <a:srgbClr val="CCB8C5"/>
                </a:solidFill>
                <a:latin typeface="Arial"/>
                <a:ea typeface="Arial"/>
                <a:cs typeface="Arial"/>
              </a:defRPr>
            </a:lvl4pPr>
            <a:lvl5pPr>
              <a:buNone/>
              <a:defRPr sz="1650" b="0">
                <a:solidFill>
                  <a:srgbClr val="CCB8C5"/>
                </a:solidFill>
                <a:latin typeface="Arial"/>
                <a:ea typeface="Arial"/>
                <a:cs typeface="Arial"/>
              </a:defRPr>
            </a:lvl5pPr>
            <a:lvl6pPr>
              <a:buNone/>
              <a:defRPr sz="1650" b="0">
                <a:solidFill>
                  <a:srgbClr val="CCB8C5"/>
                </a:solidFill>
                <a:latin typeface="Arial"/>
                <a:ea typeface="Arial"/>
                <a:cs typeface="Arial"/>
              </a:defRPr>
            </a:lvl6pPr>
            <a:lvl7pPr>
              <a:buNone/>
              <a:defRPr sz="1650" b="0">
                <a:solidFill>
                  <a:srgbClr val="CCB8C5"/>
                </a:solidFill>
                <a:latin typeface="Arial"/>
                <a:ea typeface="Arial"/>
                <a:cs typeface="Arial"/>
              </a:defRPr>
            </a:lvl7pPr>
            <a:lvl8pPr>
              <a:buNone/>
              <a:defRPr sz="1650" b="0">
                <a:solidFill>
                  <a:srgbClr val="CCB8C5"/>
                </a:solidFill>
                <a:latin typeface="Arial"/>
                <a:ea typeface="Arial"/>
                <a:cs typeface="Arial"/>
              </a:defRPr>
            </a:lvl8pPr>
            <a:lvl9pPr>
              <a:buNone/>
              <a:defRPr sz="1650" b="0">
                <a:solidFill>
                  <a:srgbClr val="CCB8C5"/>
                </a:solidFill>
                <a:latin typeface="Arial"/>
                <a:ea typeface="Arial"/>
                <a:cs typeface="Arial"/>
              </a:defRPr>
            </a:lvl9pPr>
          </a:lstStyle>
          <a:p xmlns:a="http://schemas.openxmlformats.org/drawingml/2006/main">
            <a:pPr>
              <a:buNone/>
              <a:defRPr sz="1650" b="0">
                <a:solidFill>
                  <a:srgbClr val="CCB8C5"/>
                </a:solidFill>
                <a:latin typeface="Arial"/>
                <a:ea typeface="Arial"/>
                <a:cs typeface="Arial"/>
              </a:defRPr>
            </a:pPr>
            <a:r>
              <a:rPr sz="1650" b="0">
                <a:solidFill>
                  <a:srgbClr val="CCB8C5"/>
                </a:solidFill>
                <a:latin typeface="Arial"/>
                <a:ea typeface="Arial"/>
                <a:cs typeface="Arial"/>
              </a:rPr>
              <a:t>The complete response is in the report.</a:t>
            </a:r>
          </a:p>
        </p:txBody>
      </p:sp>
      <p:sp>
        <p:nvSpPr>
          <p:cNvPr id="5" name="">
            <a:extLst xmlns:a="http://schemas.openxmlformats.org/drawingml/2006/main">
              <a:ext uri="{FF2B5EF4-FFF2-40B4-BE49-F238E27FC236}">
                <a16:creationId xmlns:a16="http://schemas.microsoft.com/office/drawing/2014/main" id="{2F2F76B4-2BAD-4FE1-9C23-CE6B3D3BD94E}"/>
              </a:ext>
            </a:extLst>
          </p:cNvPr>
          <p:cNvSpPr>
            <a:spLocks xmlns:a="http://schemas.openxmlformats.org/drawingml/2006/main" noGrp="1"/>
          </p:cNvSpPr>
          <p:nvPr/>
        </p:nvSpPr>
        <p:spPr>
          <a:xfrm xmlns:a="http://schemas.openxmlformats.org/drawingml/2006/main">
            <a:off x="6715125" y="1752600"/>
            <a:ext cx="47625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25" b="0">
                <a:solidFill>
                  <a:srgbClr val="EFABC8"/>
                </a:solidFill>
                <a:latin typeface="Arial"/>
                <a:ea typeface="Arial"/>
                <a:cs typeface="Arial"/>
              </a:defRPr>
            </a:defPPr>
            <a:lvl1pPr>
              <a:buNone/>
              <a:defRPr sz="3225" b="0">
                <a:solidFill>
                  <a:srgbClr val="EFABC8"/>
                </a:solidFill>
                <a:latin typeface="Arial"/>
                <a:ea typeface="Arial"/>
                <a:cs typeface="Arial"/>
              </a:defRPr>
            </a:lvl1pPr>
            <a:lvl2pPr>
              <a:buNone/>
              <a:defRPr sz="3225" b="0">
                <a:solidFill>
                  <a:srgbClr val="EFABC8"/>
                </a:solidFill>
                <a:latin typeface="Arial"/>
                <a:ea typeface="Arial"/>
                <a:cs typeface="Arial"/>
              </a:defRPr>
            </a:lvl2pPr>
            <a:lvl3pPr>
              <a:buNone/>
              <a:defRPr sz="3225" b="0">
                <a:solidFill>
                  <a:srgbClr val="EFABC8"/>
                </a:solidFill>
                <a:latin typeface="Arial"/>
                <a:ea typeface="Arial"/>
                <a:cs typeface="Arial"/>
              </a:defRPr>
            </a:lvl3pPr>
            <a:lvl4pPr>
              <a:buNone/>
              <a:defRPr sz="3225" b="0">
                <a:solidFill>
                  <a:srgbClr val="EFABC8"/>
                </a:solidFill>
                <a:latin typeface="Arial"/>
                <a:ea typeface="Arial"/>
                <a:cs typeface="Arial"/>
              </a:defRPr>
            </a:lvl4pPr>
            <a:lvl5pPr>
              <a:buNone/>
              <a:defRPr sz="3225" b="0">
                <a:solidFill>
                  <a:srgbClr val="EFABC8"/>
                </a:solidFill>
                <a:latin typeface="Arial"/>
                <a:ea typeface="Arial"/>
                <a:cs typeface="Arial"/>
              </a:defRPr>
            </a:lvl5pPr>
            <a:lvl6pPr>
              <a:buNone/>
              <a:defRPr sz="3225" b="0">
                <a:solidFill>
                  <a:srgbClr val="EFABC8"/>
                </a:solidFill>
                <a:latin typeface="Arial"/>
                <a:ea typeface="Arial"/>
                <a:cs typeface="Arial"/>
              </a:defRPr>
            </a:lvl6pPr>
            <a:lvl7pPr>
              <a:buNone/>
              <a:defRPr sz="3225" b="0">
                <a:solidFill>
                  <a:srgbClr val="EFABC8"/>
                </a:solidFill>
                <a:latin typeface="Arial"/>
                <a:ea typeface="Arial"/>
                <a:cs typeface="Arial"/>
              </a:defRPr>
            </a:lvl7pPr>
            <a:lvl8pPr>
              <a:buNone/>
              <a:defRPr sz="3225" b="0">
                <a:solidFill>
                  <a:srgbClr val="EFABC8"/>
                </a:solidFill>
                <a:latin typeface="Arial"/>
                <a:ea typeface="Arial"/>
                <a:cs typeface="Arial"/>
              </a:defRPr>
            </a:lvl8pPr>
            <a:lvl9pPr>
              <a:buNone/>
              <a:defRPr sz="3225" b="0">
                <a:solidFill>
                  <a:srgbClr val="EFABC8"/>
                </a:solidFill>
                <a:latin typeface="Arial"/>
                <a:ea typeface="Arial"/>
                <a:cs typeface="Arial"/>
              </a:defRPr>
            </a:lvl9pPr>
          </a:lstStyle>
          <a:p xmlns:a="http://schemas.openxmlformats.org/drawingml/2006/main">
            <a:pPr>
              <a:buNone/>
              <a:defRPr sz="3225" b="0">
                <a:solidFill>
                  <a:srgbClr val="EFABC8"/>
                </a:solidFill>
                <a:latin typeface="Arial"/>
                <a:ea typeface="Arial"/>
                <a:cs typeface="Arial"/>
              </a:defRPr>
            </a:pPr>
            <a:r>
              <a:rPr sz="3225" b="0">
                <a:solidFill>
                  <a:srgbClr val="EFABC8"/>
                </a:solidFill>
                <a:latin typeface="Arial"/>
                <a:ea typeface="Arial"/>
                <a:cs typeface="Arial"/>
              </a:rPr>
              <a:t>93 / 100 overlap</a:t>
            </a:r>
          </a:p>
        </p:txBody>
      </p:sp>
      <p:sp>
        <p:nvSpPr>
          <p:cNvPr id="6" name="">
            <a:extLst xmlns:a="http://schemas.openxmlformats.org/drawingml/2006/main">
              <a:ext uri="{FF2B5EF4-FFF2-40B4-BE49-F238E27FC236}">
                <a16:creationId xmlns:a16="http://schemas.microsoft.com/office/drawing/2014/main" id="{358B1BB3-2C4B-486B-96CE-EF5DE4C40FDE}"/>
              </a:ext>
            </a:extLst>
          </p:cNvPr>
          <p:cNvSpPr>
            <a:spLocks xmlns:a="http://schemas.openxmlformats.org/drawingml/2006/main" noGrp="1"/>
          </p:cNvSpPr>
          <p:nvPr/>
        </p:nvSpPr>
        <p:spPr>
          <a:xfrm xmlns:a="http://schemas.openxmlformats.org/drawingml/2006/main">
            <a:off x="6715125" y="2676525"/>
            <a:ext cx="4714875"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0">
                <a:solidFill>
                  <a:srgbClr val="F8F0F4"/>
                </a:solidFill>
                <a:latin typeface="Arial"/>
                <a:ea typeface="Arial"/>
                <a:cs typeface="Arial"/>
              </a:defRPr>
            </a:defPPr>
            <a:lvl1pPr>
              <a:buNone/>
              <a:defRPr sz="2325" b="0">
                <a:solidFill>
                  <a:srgbClr val="F8F0F4"/>
                </a:solidFill>
                <a:latin typeface="Arial"/>
                <a:ea typeface="Arial"/>
                <a:cs typeface="Arial"/>
              </a:defRPr>
            </a:lvl1pPr>
            <a:lvl2pPr>
              <a:buNone/>
              <a:defRPr sz="2325" b="0">
                <a:solidFill>
                  <a:srgbClr val="F8F0F4"/>
                </a:solidFill>
                <a:latin typeface="Arial"/>
                <a:ea typeface="Arial"/>
                <a:cs typeface="Arial"/>
              </a:defRPr>
            </a:lvl2pPr>
            <a:lvl3pPr>
              <a:buNone/>
              <a:defRPr sz="2325" b="0">
                <a:solidFill>
                  <a:srgbClr val="F8F0F4"/>
                </a:solidFill>
                <a:latin typeface="Arial"/>
                <a:ea typeface="Arial"/>
                <a:cs typeface="Arial"/>
              </a:defRPr>
            </a:lvl3pPr>
            <a:lvl4pPr>
              <a:buNone/>
              <a:defRPr sz="2325" b="0">
                <a:solidFill>
                  <a:srgbClr val="F8F0F4"/>
                </a:solidFill>
                <a:latin typeface="Arial"/>
                <a:ea typeface="Arial"/>
                <a:cs typeface="Arial"/>
              </a:defRPr>
            </a:lvl4pPr>
            <a:lvl5pPr>
              <a:buNone/>
              <a:defRPr sz="2325" b="0">
                <a:solidFill>
                  <a:srgbClr val="F8F0F4"/>
                </a:solidFill>
                <a:latin typeface="Arial"/>
                <a:ea typeface="Arial"/>
                <a:cs typeface="Arial"/>
              </a:defRPr>
            </a:lvl5pPr>
            <a:lvl6pPr>
              <a:buNone/>
              <a:defRPr sz="2325" b="0">
                <a:solidFill>
                  <a:srgbClr val="F8F0F4"/>
                </a:solidFill>
                <a:latin typeface="Arial"/>
                <a:ea typeface="Arial"/>
                <a:cs typeface="Arial"/>
              </a:defRPr>
            </a:lvl6pPr>
            <a:lvl7pPr>
              <a:buNone/>
              <a:defRPr sz="2325" b="0">
                <a:solidFill>
                  <a:srgbClr val="F8F0F4"/>
                </a:solidFill>
                <a:latin typeface="Arial"/>
                <a:ea typeface="Arial"/>
                <a:cs typeface="Arial"/>
              </a:defRPr>
            </a:lvl7pPr>
            <a:lvl8pPr>
              <a:buNone/>
              <a:defRPr sz="2325" b="0">
                <a:solidFill>
                  <a:srgbClr val="F8F0F4"/>
                </a:solidFill>
                <a:latin typeface="Arial"/>
                <a:ea typeface="Arial"/>
                <a:cs typeface="Arial"/>
              </a:defRPr>
            </a:lvl8pPr>
            <a:lvl9pPr>
              <a:buNone/>
              <a:defRPr sz="2325" b="0">
                <a:solidFill>
                  <a:srgbClr val="F8F0F4"/>
                </a:solidFill>
                <a:latin typeface="Arial"/>
                <a:ea typeface="Arial"/>
                <a:cs typeface="Arial"/>
              </a:defRPr>
            </a:lvl9pPr>
          </a:lstStyle>
          <a:p xmlns:a="http://schemas.openxmlformats.org/drawingml/2006/main">
            <a:pPr>
              <a:buNone/>
              <a:defRPr sz="2325" b="0">
                <a:solidFill>
                  <a:srgbClr val="F8F0F4"/>
                </a:solidFill>
                <a:latin typeface="Arial"/>
                <a:ea typeface="Arial"/>
                <a:cs typeface="Arial"/>
              </a:defRPr>
            </a:pPr>
            <a:r>
              <a:rPr sz="2325" b="0">
                <a:solidFill>
                  <a:srgbClr val="F8F0F4"/>
                </a:solidFill>
                <a:latin typeface="Arial"/>
                <a:ea typeface="Arial"/>
                <a:cs typeface="Arial"/>
              </a:rPr>
              <a:t>Research and financial modeling support the pivot.</a:t>
            </a:r>
          </a:p>
        </p:txBody>
      </p:sp>
      <p:sp>
        <p:nvSpPr>
          <p:cNvPr id="7" name="">
            <a:extLst xmlns:a="http://schemas.openxmlformats.org/drawingml/2006/main">
              <a:ext uri="{FF2B5EF4-FFF2-40B4-BE49-F238E27FC236}">
                <a16:creationId xmlns:a16="http://schemas.microsoft.com/office/drawing/2014/main" id="{6138EEB4-BC87-428E-B69E-6ED9724424CE}"/>
              </a:ext>
            </a:extLst>
          </p:cNvPr>
          <p:cNvSpPr>
            <a:spLocks xmlns:a="http://schemas.openxmlformats.org/drawingml/2006/main" noGrp="1"/>
          </p:cNvSpPr>
          <p:nvPr/>
        </p:nvSpPr>
        <p:spPr>
          <a:xfrm xmlns:a="http://schemas.openxmlformats.org/drawingml/2006/main">
            <a:off x="6715125" y="3914775"/>
            <a:ext cx="4714875"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F8F0F4"/>
                </a:solidFill>
                <a:latin typeface="Arial"/>
                <a:ea typeface="Arial"/>
                <a:cs typeface="Arial"/>
              </a:defRPr>
            </a:defPPr>
            <a:lvl1pPr>
              <a:buNone/>
              <a:defRPr sz="2175" b="0">
                <a:solidFill>
                  <a:srgbClr val="F8F0F4"/>
                </a:solidFill>
                <a:latin typeface="Arial"/>
                <a:ea typeface="Arial"/>
                <a:cs typeface="Arial"/>
              </a:defRPr>
            </a:lvl1pPr>
            <a:lvl2pPr>
              <a:buNone/>
              <a:defRPr sz="2175" b="0">
                <a:solidFill>
                  <a:srgbClr val="F8F0F4"/>
                </a:solidFill>
                <a:latin typeface="Arial"/>
                <a:ea typeface="Arial"/>
                <a:cs typeface="Arial"/>
              </a:defRPr>
            </a:lvl2pPr>
            <a:lvl3pPr>
              <a:buNone/>
              <a:defRPr sz="2175" b="0">
                <a:solidFill>
                  <a:srgbClr val="F8F0F4"/>
                </a:solidFill>
                <a:latin typeface="Arial"/>
                <a:ea typeface="Arial"/>
                <a:cs typeface="Arial"/>
              </a:defRPr>
            </a:lvl3pPr>
            <a:lvl4pPr>
              <a:buNone/>
              <a:defRPr sz="2175" b="0">
                <a:solidFill>
                  <a:srgbClr val="F8F0F4"/>
                </a:solidFill>
                <a:latin typeface="Arial"/>
                <a:ea typeface="Arial"/>
                <a:cs typeface="Arial"/>
              </a:defRPr>
            </a:lvl4pPr>
            <a:lvl5pPr>
              <a:buNone/>
              <a:defRPr sz="2175" b="0">
                <a:solidFill>
                  <a:srgbClr val="F8F0F4"/>
                </a:solidFill>
                <a:latin typeface="Arial"/>
                <a:ea typeface="Arial"/>
                <a:cs typeface="Arial"/>
              </a:defRPr>
            </a:lvl5pPr>
            <a:lvl6pPr>
              <a:buNone/>
              <a:defRPr sz="2175" b="0">
                <a:solidFill>
                  <a:srgbClr val="F8F0F4"/>
                </a:solidFill>
                <a:latin typeface="Arial"/>
                <a:ea typeface="Arial"/>
                <a:cs typeface="Arial"/>
              </a:defRPr>
            </a:lvl6pPr>
            <a:lvl7pPr>
              <a:buNone/>
              <a:defRPr sz="2175" b="0">
                <a:solidFill>
                  <a:srgbClr val="F8F0F4"/>
                </a:solidFill>
                <a:latin typeface="Arial"/>
                <a:ea typeface="Arial"/>
                <a:cs typeface="Arial"/>
              </a:defRPr>
            </a:lvl7pPr>
            <a:lvl8pPr>
              <a:buNone/>
              <a:defRPr sz="2175" b="0">
                <a:solidFill>
                  <a:srgbClr val="F8F0F4"/>
                </a:solidFill>
                <a:latin typeface="Arial"/>
                <a:ea typeface="Arial"/>
                <a:cs typeface="Arial"/>
              </a:defRPr>
            </a:lvl8pPr>
            <a:lvl9pPr>
              <a:buNone/>
              <a:defRPr sz="2175" b="0">
                <a:solidFill>
                  <a:srgbClr val="F8F0F4"/>
                </a:solidFill>
                <a:latin typeface="Arial"/>
                <a:ea typeface="Arial"/>
                <a:cs typeface="Arial"/>
              </a:defRPr>
            </a:lvl9pPr>
          </a:lstStyle>
          <a:p xmlns:a="http://schemas.openxmlformats.org/drawingml/2006/main">
            <a:pPr>
              <a:buNone/>
              <a:defRPr sz="2175" b="0">
                <a:solidFill>
                  <a:srgbClr val="F8F0F4"/>
                </a:solidFill>
                <a:latin typeface="Arial"/>
                <a:ea typeface="Arial"/>
                <a:cs typeface="Arial"/>
              </a:defRPr>
            </a:pPr>
            <a:r>
              <a:rPr sz="2175" b="0">
                <a:solidFill>
                  <a:srgbClr val="F8F0F4"/>
                </a:solidFill>
                <a:latin typeface="Arial"/>
                <a:ea typeface="Arial"/>
                <a:cs typeface="Arial"/>
              </a:rPr>
              <a:t>Still check:</a:t>
            </a:r>
          </a:p>
          <a:p xmlns:a="http://schemas.openxmlformats.org/drawingml/2006/main">
            <a:pPr>
              <a:buNone/>
              <a:defRPr sz="2175" b="0">
                <a:solidFill>
                  <a:srgbClr val="F8F0F4"/>
                </a:solidFill>
                <a:latin typeface="Arial"/>
                <a:ea typeface="Arial"/>
                <a:cs typeface="Arial"/>
              </a:defRPr>
            </a:pPr>
            <a:r>
              <a:rPr sz="2175" b="0">
                <a:solidFill>
                  <a:srgbClr val="F8F0F4"/>
                </a:solidFill>
                <a:latin typeface="Arial"/>
                <a:ea typeface="Arial"/>
                <a:cs typeface="Arial"/>
              </a:rPr>
              <a:t>MBA completion</a:t>
            </a:r>
          </a:p>
          <a:p xmlns:a="http://schemas.openxmlformats.org/drawingml/2006/main">
            <a:pPr>
              <a:buNone/>
              <a:defRPr sz="2175" b="0">
                <a:solidFill>
                  <a:srgbClr val="F8F0F4"/>
                </a:solidFill>
                <a:latin typeface="Arial"/>
                <a:ea typeface="Arial"/>
                <a:cs typeface="Arial"/>
              </a:defRPr>
            </a:pPr>
            <a:r>
              <a:rPr sz="2175" b="0">
                <a:solidFill>
                  <a:srgbClr val="F8F0F4"/>
                </a:solidFill>
                <a:latin typeface="Arial"/>
                <a:ea typeface="Arial"/>
                <a:cs typeface="Arial"/>
              </a:rPr>
              <a:t>Exact experience months</a:t>
            </a:r>
          </a:p>
          <a:p xmlns:a="http://schemas.openxmlformats.org/drawingml/2006/main">
            <a:pPr>
              <a:buNone/>
              <a:defRPr sz="2175" b="0">
                <a:solidFill>
                  <a:srgbClr val="F8F0F4"/>
                </a:solidFill>
                <a:latin typeface="Arial"/>
                <a:ea typeface="Arial"/>
                <a:cs typeface="Arial"/>
              </a:defRPr>
            </a:pPr>
            <a:r>
              <a:rPr sz="2175" b="0">
                <a:solidFill>
                  <a:srgbClr val="F8F0F4"/>
                </a:solidFill>
                <a:latin typeface="Arial"/>
                <a:ea typeface="Arial"/>
                <a:cs typeface="Arial"/>
              </a:rPr>
              <a:t>On-site work and travel</a:t>
            </a:r>
          </a:p>
        </p:txBody>
      </p:sp>
      <p:sp>
        <p:nvSpPr>
          <p:cNvPr id="8" name="">
            <a:extLst xmlns:a="http://schemas.openxmlformats.org/drawingml/2006/main">
              <a:ext uri="{FF2B5EF4-FFF2-40B4-BE49-F238E27FC236}">
                <a16:creationId xmlns:a16="http://schemas.microsoft.com/office/drawing/2014/main" id="{D6FCF66D-B3BD-411F-9F76-A7831903735F}"/>
              </a:ext>
            </a:extLst>
          </p:cNvPr>
          <p:cNvSpPr>
            <a:spLocks xmlns:a="http://schemas.openxmlformats.org/drawingml/2006/main" noGrp="1"/>
          </p:cNvSpPr>
          <p:nvPr/>
        </p:nvSpPr>
        <p:spPr>
          <a:xfrm xmlns:a="http://schemas.openxmlformats.org/drawingml/2006/main">
            <a:off x="609600" y="6086475"/>
            <a:ext cx="109347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00" b="0">
                <a:solidFill>
                  <a:srgbClr val="CCB8C5"/>
                </a:solidFill>
                <a:latin typeface="Arial"/>
                <a:ea typeface="Arial"/>
                <a:cs typeface="Arial"/>
              </a:defRPr>
            </a:defPPr>
            <a:lvl1pPr>
              <a:buNone/>
              <a:defRPr sz="1500" b="0">
                <a:solidFill>
                  <a:srgbClr val="CCB8C5"/>
                </a:solidFill>
                <a:latin typeface="Arial"/>
                <a:ea typeface="Arial"/>
                <a:cs typeface="Arial"/>
              </a:defRPr>
            </a:lvl1pPr>
            <a:lvl2pPr>
              <a:buNone/>
              <a:defRPr sz="1500" b="0">
                <a:solidFill>
                  <a:srgbClr val="CCB8C5"/>
                </a:solidFill>
                <a:latin typeface="Arial"/>
                <a:ea typeface="Arial"/>
                <a:cs typeface="Arial"/>
              </a:defRPr>
            </a:lvl2pPr>
            <a:lvl3pPr>
              <a:buNone/>
              <a:defRPr sz="1500" b="0">
                <a:solidFill>
                  <a:srgbClr val="CCB8C5"/>
                </a:solidFill>
                <a:latin typeface="Arial"/>
                <a:ea typeface="Arial"/>
                <a:cs typeface="Arial"/>
              </a:defRPr>
            </a:lvl3pPr>
            <a:lvl4pPr>
              <a:buNone/>
              <a:defRPr sz="1500" b="0">
                <a:solidFill>
                  <a:srgbClr val="CCB8C5"/>
                </a:solidFill>
                <a:latin typeface="Arial"/>
                <a:ea typeface="Arial"/>
                <a:cs typeface="Arial"/>
              </a:defRPr>
            </a:lvl4pPr>
            <a:lvl5pPr>
              <a:buNone/>
              <a:defRPr sz="1500" b="0">
                <a:solidFill>
                  <a:srgbClr val="CCB8C5"/>
                </a:solidFill>
                <a:latin typeface="Arial"/>
                <a:ea typeface="Arial"/>
                <a:cs typeface="Arial"/>
              </a:defRPr>
            </a:lvl5pPr>
            <a:lvl6pPr>
              <a:buNone/>
              <a:defRPr sz="1500" b="0">
                <a:solidFill>
                  <a:srgbClr val="CCB8C5"/>
                </a:solidFill>
                <a:latin typeface="Arial"/>
                <a:ea typeface="Arial"/>
                <a:cs typeface="Arial"/>
              </a:defRPr>
            </a:lvl6pPr>
            <a:lvl7pPr>
              <a:buNone/>
              <a:defRPr sz="1500" b="0">
                <a:solidFill>
                  <a:srgbClr val="CCB8C5"/>
                </a:solidFill>
                <a:latin typeface="Arial"/>
                <a:ea typeface="Arial"/>
                <a:cs typeface="Arial"/>
              </a:defRPr>
            </a:lvl7pPr>
            <a:lvl8pPr>
              <a:buNone/>
              <a:defRPr sz="1500" b="0">
                <a:solidFill>
                  <a:srgbClr val="CCB8C5"/>
                </a:solidFill>
                <a:latin typeface="Arial"/>
                <a:ea typeface="Arial"/>
                <a:cs typeface="Arial"/>
              </a:defRPr>
            </a:lvl8pPr>
            <a:lvl9pPr>
              <a:buNone/>
              <a:defRPr sz="1500" b="0">
                <a:solidFill>
                  <a:srgbClr val="CCB8C5"/>
                </a:solidFill>
                <a:latin typeface="Arial"/>
                <a:ea typeface="Arial"/>
                <a:cs typeface="Arial"/>
              </a:defRPr>
            </a:lvl9pPr>
          </a:lstStyle>
          <a:p xmlns:a="http://schemas.openxmlformats.org/drawingml/2006/main">
            <a:pPr>
              <a:buNone/>
              <a:defRPr sz="1500" b="0">
                <a:solidFill>
                  <a:srgbClr val="CCB8C5"/>
                </a:solidFill>
                <a:latin typeface="Arial"/>
                <a:ea typeface="Arial"/>
                <a:cs typeface="Arial"/>
              </a:defRPr>
            </a:pPr>
            <a:r>
              <a:rPr sz="1500" b="0">
                <a:solidFill>
                  <a:srgbClr val="CCB8C5"/>
                </a:solidFill>
                <a:latin typeface="Arial"/>
                <a:ea typeface="Arial"/>
                <a:cs typeface="Arial"/>
              </a:rPr>
              <a:t>Fictional applicant, real posting and real AI run. The assessment challenged the score.</a:t>
            </a:r>
          </a:p>
        </p:txBody>
      </p:sp>
    </p:spTree>
    <p:extLst>
      <p:ext uri="{BB962C8B-B14F-4D97-AF65-F5344CB8AC3E}">
        <p14:creationId xmlns:p14="http://schemas.microsoft.com/office/powerpoint/2010/main" val="2001340409"/>
      </p:ext>
    </p:extLst>
  </p:cSld>
</p:sld>
</file>

<file path=ppt/slides/slide6.xml><?xml version="1.0" encoding="utf-8"?>
<p:sld xmlns:p="http://schemas.openxmlformats.org/presentationml/2006/main">
  <p:cSld>
    <p:bg>
      <p:bgPr>
        <a:solidFill xmlns:a="http://schemas.openxmlformats.org/drawingml/2006/main">
          <a:srgbClr val="241D25"/>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357F1490-DDFD-4596-B582-F2C4626D5838}"/>
              </a:ext>
            </a:extLst>
          </p:cNvPr>
          <p:cNvSpPr>
            <a:spLocks xmlns:a="http://schemas.openxmlformats.org/drawingml/2006/main" noGrp="1"/>
          </p:cNvSpPr>
          <p:nvPr/>
        </p:nvSpPr>
        <p:spPr>
          <a:xfrm xmlns:a="http://schemas.openxmlformats.org/drawingml/2006/main">
            <a:off x="609600" y="4191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4350" b="0">
                <a:solidFill>
                  <a:srgbClr val="EFABC8"/>
                </a:solidFill>
                <a:latin typeface="Georgia"/>
                <a:ea typeface="Georgia"/>
                <a:cs typeface="Georgia"/>
              </a:defRPr>
            </a:defPPr>
            <a:lvl1pPr>
              <a:buNone/>
              <a:defRPr sz="4350" b="0">
                <a:solidFill>
                  <a:srgbClr val="EFABC8"/>
                </a:solidFill>
                <a:latin typeface="Georgia"/>
                <a:ea typeface="Georgia"/>
                <a:cs typeface="Georgia"/>
              </a:defRPr>
            </a:lvl1pPr>
            <a:lvl2pPr>
              <a:buNone/>
              <a:defRPr sz="4350" b="0">
                <a:solidFill>
                  <a:srgbClr val="EFABC8"/>
                </a:solidFill>
                <a:latin typeface="Georgia"/>
                <a:ea typeface="Georgia"/>
                <a:cs typeface="Georgia"/>
              </a:defRPr>
            </a:lvl2pPr>
            <a:lvl3pPr>
              <a:buNone/>
              <a:defRPr sz="4350" b="0">
                <a:solidFill>
                  <a:srgbClr val="EFABC8"/>
                </a:solidFill>
                <a:latin typeface="Georgia"/>
                <a:ea typeface="Georgia"/>
                <a:cs typeface="Georgia"/>
              </a:defRPr>
            </a:lvl3pPr>
            <a:lvl4pPr>
              <a:buNone/>
              <a:defRPr sz="4350" b="0">
                <a:solidFill>
                  <a:srgbClr val="EFABC8"/>
                </a:solidFill>
                <a:latin typeface="Georgia"/>
                <a:ea typeface="Georgia"/>
                <a:cs typeface="Georgia"/>
              </a:defRPr>
            </a:lvl4pPr>
            <a:lvl5pPr>
              <a:buNone/>
              <a:defRPr sz="4350" b="0">
                <a:solidFill>
                  <a:srgbClr val="EFABC8"/>
                </a:solidFill>
                <a:latin typeface="Georgia"/>
                <a:ea typeface="Georgia"/>
                <a:cs typeface="Georgia"/>
              </a:defRPr>
            </a:lvl5pPr>
            <a:lvl6pPr>
              <a:buNone/>
              <a:defRPr sz="4350" b="0">
                <a:solidFill>
                  <a:srgbClr val="EFABC8"/>
                </a:solidFill>
                <a:latin typeface="Georgia"/>
                <a:ea typeface="Georgia"/>
                <a:cs typeface="Georgia"/>
              </a:defRPr>
            </a:lvl6pPr>
            <a:lvl7pPr>
              <a:buNone/>
              <a:defRPr sz="4350" b="0">
                <a:solidFill>
                  <a:srgbClr val="EFABC8"/>
                </a:solidFill>
                <a:latin typeface="Georgia"/>
                <a:ea typeface="Georgia"/>
                <a:cs typeface="Georgia"/>
              </a:defRPr>
            </a:lvl7pPr>
            <a:lvl8pPr>
              <a:buNone/>
              <a:defRPr sz="4350" b="0">
                <a:solidFill>
                  <a:srgbClr val="EFABC8"/>
                </a:solidFill>
                <a:latin typeface="Georgia"/>
                <a:ea typeface="Georgia"/>
                <a:cs typeface="Georgia"/>
              </a:defRPr>
            </a:lvl8pPr>
            <a:lvl9pPr>
              <a:buNone/>
              <a:defRPr sz="4350" b="0">
                <a:solidFill>
                  <a:srgbClr val="EFABC8"/>
                </a:solidFill>
                <a:latin typeface="Georgia"/>
                <a:ea typeface="Georgia"/>
                <a:cs typeface="Georgia"/>
              </a:defRPr>
            </a:lvl9pPr>
          </a:lstStyle>
          <a:p xmlns:a="http://schemas.openxmlformats.org/drawingml/2006/main">
            <a:pPr>
              <a:buNone/>
              <a:defRPr sz="4350" b="0">
                <a:solidFill>
                  <a:srgbClr val="EFABC8"/>
                </a:solidFill>
                <a:latin typeface="Georgia"/>
                <a:ea typeface="Georgia"/>
                <a:cs typeface="Georgia"/>
              </a:defRPr>
            </a:pPr>
            <a:r>
              <a:rPr sz="4350" b="0">
                <a:solidFill>
                  <a:srgbClr val="EFABC8"/>
                </a:solidFill>
                <a:latin typeface="Georgia"/>
                <a:ea typeface="Georgia"/>
                <a:cs typeface="Georgia"/>
              </a:rPr>
              <a:t>Costs and a rejected shortcut</a:t>
            </a:r>
          </a:p>
        </p:txBody>
      </p:sp>
      <p:graphicFrame>
        <p:nvGraphicFramePr>
          <p:cNvPr id="2" name="">
            <a:extLst xmlns:a="http://schemas.openxmlformats.org/drawingml/2006/main">
              <a:ext uri="{FF2B5EF4-FFF2-40B4-BE49-F238E27FC236}">
                <a16:creationId xmlns:a16="http://schemas.microsoft.com/office/drawing/2014/main" id="{7A2ED4A4-320E-472D-BB68-707F4FE6354D}"/>
              </a:ext>
            </a:extLst>
          </p:cNvPr>
          <p:cNvGraphicFramePr/>
          <p:nvPr/>
        </p:nvGraphicFramePr>
        <p:xfrm>
          <a:off xmlns:a="http://schemas.openxmlformats.org/drawingml/2006/main" x="609600" y="1600200"/>
          <a:ext xmlns:a="http://schemas.openxmlformats.org/drawingml/2006/main" cx="10972800" cy="2667000"/>
        </p:xfrm>
        <a:graphic xmlns:a="http://schemas.openxmlformats.org/drawingml/2006/main">
          <a:graphicData uri="http://schemas.openxmlformats.org/drawingml/2006/table">
            <a:tbl>
              <a:tblPr/>
              <a:tblGrid>
                <a:gridCol w="4333875"/>
                <a:gridCol w="4162425"/>
                <a:gridCol w="2476500"/>
              </a:tblGrid>
              <a:tr h="666750">
                <a:tc>
                  <a:txBody>
                    <a:bodyPr/>
                    <a:lstStyle/>
                    <a:p>
                      <a:r>
                        <a:rPr sz="2025" b="1">
                          <a:solidFill>
                            <a:srgbClr val="EFABC8"/>
                          </a:solidFill>
                          <a:latin typeface="Arial"/>
                          <a:ea typeface="Arial"/>
                          <a:cs typeface="Arial"/>
                        </a:rPr>
                        <a:t>Mode</a:t>
                      </a:r>
                    </a:p>
                  </a:txBody>
                  <a:tcPr marL="91440" marR="91440" marT="45720" marB="45720">
                    <a:lnL w="9525">
                      <a:solidFill>
                        <a:srgbClr val="705364"/>
                      </a:solidFill>
                      <a:prstDash val="solid"/>
                    </a:lnL>
                    <a:lnR w="9525">
                      <a:solidFill>
                        <a:srgbClr val="705364"/>
                      </a:solidFill>
                      <a:prstDash val="solid"/>
                    </a:lnR>
                    <a:lnT w="9525">
                      <a:solidFill>
                        <a:srgbClr val="705364"/>
                      </a:solidFill>
                      <a:prstDash val="solid"/>
                    </a:lnT>
                    <a:lnB w="9525">
                      <a:solidFill>
                        <a:srgbClr val="705364"/>
                      </a:solidFill>
                      <a:prstDash val="solid"/>
                    </a:lnB>
                    <a:solidFill>
                      <a:srgbClr val="422F3C"/>
                    </a:solidFill>
                  </a:tcPr>
                </a:tc>
                <a:tc>
                  <a:txBody>
                    <a:bodyPr/>
                    <a:lstStyle/>
                    <a:p>
                      <a:r>
                        <a:rPr sz="2025" b="1">
                          <a:solidFill>
                            <a:srgbClr val="EFABC8"/>
                          </a:solidFill>
                          <a:latin typeface="Arial"/>
                          <a:ea typeface="Arial"/>
                          <a:cs typeface="Arial"/>
                        </a:rPr>
                        <a:t>Input / output tokens</a:t>
                      </a:r>
                    </a:p>
                  </a:txBody>
                  <a:tcPr marL="91440" marR="91440" marT="45720" marB="45720">
                    <a:lnR w="9525">
                      <a:solidFill>
                        <a:srgbClr val="705364"/>
                      </a:solidFill>
                      <a:prstDash val="solid"/>
                    </a:lnR>
                    <a:lnT w="9525">
                      <a:solidFill>
                        <a:srgbClr val="705364"/>
                      </a:solidFill>
                      <a:prstDash val="solid"/>
                    </a:lnT>
                    <a:lnB w="9525">
                      <a:solidFill>
                        <a:srgbClr val="705364"/>
                      </a:solidFill>
                      <a:prstDash val="solid"/>
                    </a:lnB>
                    <a:solidFill>
                      <a:srgbClr val="422F3C"/>
                    </a:solidFill>
                  </a:tcPr>
                </a:tc>
                <a:tc>
                  <a:txBody>
                    <a:bodyPr/>
                    <a:lstStyle/>
                    <a:p>
                      <a:r>
                        <a:rPr sz="2025" b="1">
                          <a:solidFill>
                            <a:srgbClr val="EFABC8"/>
                          </a:solidFill>
                          <a:latin typeface="Arial"/>
                          <a:ea typeface="Arial"/>
                          <a:cs typeface="Arial"/>
                        </a:rPr>
                        <a:t>Est. USD</a:t>
                      </a:r>
                    </a:p>
                  </a:txBody>
                  <a:tcPr marL="91440" marR="91440" marT="45720" marB="45720">
                    <a:lnR w="9525">
                      <a:solidFill>
                        <a:srgbClr val="705364"/>
                      </a:solidFill>
                      <a:prstDash val="solid"/>
                    </a:lnR>
                    <a:lnT w="9525">
                      <a:solidFill>
                        <a:srgbClr val="705364"/>
                      </a:solidFill>
                      <a:prstDash val="solid"/>
                    </a:lnT>
                    <a:lnB w="9525">
                      <a:solidFill>
                        <a:srgbClr val="705364"/>
                      </a:solidFill>
                      <a:prstDash val="solid"/>
                    </a:lnB>
                    <a:solidFill>
                      <a:srgbClr val="422F3C"/>
                    </a:solidFill>
                  </a:tcPr>
                </a:tc>
              </a:tr>
              <a:tr h="666750">
                <a:tc>
                  <a:txBody>
                    <a:bodyPr/>
                    <a:lstStyle/>
                    <a:p>
                      <a:r>
                        <a:rPr sz="2025" b="0">
                          <a:solidFill>
                            <a:srgbClr val="F8F0F4"/>
                          </a:solidFill>
                          <a:latin typeface="Arial"/>
                          <a:ea typeface="Arial"/>
                          <a:cs typeface="Arial"/>
                        </a:rPr>
                        <a:t>Full source</a:t>
                      </a:r>
                    </a:p>
                  </a:txBody>
                  <a:tcPr marL="91440" marR="91440" marT="45720" marB="45720">
                    <a:lnL w="9525">
                      <a:solidFill>
                        <a:srgbClr val="705364"/>
                      </a:solidFill>
                      <a:prstDash val="solid"/>
                    </a:lnL>
                    <a:lnR w="9525">
                      <a:solidFill>
                        <a:srgbClr val="705364"/>
                      </a:solidFill>
                      <a:prstDash val="solid"/>
                    </a:lnR>
                    <a:lnB w="9525">
                      <a:solidFill>
                        <a:srgbClr val="705364"/>
                      </a:solidFill>
                      <a:prstDash val="solid"/>
                    </a:lnB>
                    <a:solidFill>
                      <a:srgbClr val="241D25"/>
                    </a:solidFill>
                  </a:tcPr>
                </a:tc>
                <a:tc>
                  <a:txBody>
                    <a:bodyPr/>
                    <a:lstStyle/>
                    <a:p>
                      <a:r>
                        <a:rPr sz="2025" b="0">
                          <a:solidFill>
                            <a:srgbClr val="F8F0F4"/>
                          </a:solidFill>
                          <a:latin typeface="Arial"/>
                          <a:ea typeface="Arial"/>
                          <a:cs typeface="Arial"/>
                        </a:rPr>
                        <a:t>3,225 / 892</a:t>
                      </a:r>
                    </a:p>
                  </a:txBody>
                  <a:tcPr marL="91440" marR="91440" marT="45720" marB="45720">
                    <a:lnR w="9525">
                      <a:solidFill>
                        <a:srgbClr val="705364"/>
                      </a:solidFill>
                      <a:prstDash val="solid"/>
                    </a:lnR>
                    <a:lnB w="9525">
                      <a:solidFill>
                        <a:srgbClr val="705364"/>
                      </a:solidFill>
                      <a:prstDash val="solid"/>
                    </a:lnB>
                    <a:solidFill>
                      <a:srgbClr val="241D25"/>
                    </a:solidFill>
                  </a:tcPr>
                </a:tc>
                <a:tc>
                  <a:txBody>
                    <a:bodyPr/>
                    <a:lstStyle/>
                    <a:p>
                      <a:r>
                        <a:rPr sz="2025" b="0">
                          <a:solidFill>
                            <a:srgbClr val="F8F0F4"/>
                          </a:solidFill>
                          <a:latin typeface="Arial"/>
                          <a:ea typeface="Arial"/>
                          <a:cs typeface="Arial"/>
                        </a:rPr>
                        <a:t>$0.07685</a:t>
                      </a:r>
                    </a:p>
                  </a:txBody>
                  <a:tcPr marL="91440" marR="91440" marT="45720" marB="45720">
                    <a:lnR w="9525">
                      <a:solidFill>
                        <a:srgbClr val="705364"/>
                      </a:solidFill>
                      <a:prstDash val="solid"/>
                    </a:lnR>
                    <a:lnB w="9525">
                      <a:solidFill>
                        <a:srgbClr val="705364"/>
                      </a:solidFill>
                      <a:prstDash val="solid"/>
                    </a:lnB>
                    <a:solidFill>
                      <a:srgbClr val="241D25"/>
                    </a:solidFill>
                  </a:tcPr>
                </a:tc>
              </a:tr>
              <a:tr h="666750">
                <a:tc>
                  <a:txBody>
                    <a:bodyPr/>
                    <a:lstStyle/>
                    <a:p>
                      <a:r>
                        <a:rPr sz="2025" b="0">
                          <a:solidFill>
                            <a:srgbClr val="F8F0F4"/>
                          </a:solidFill>
                          <a:latin typeface="Arial"/>
                          <a:ea typeface="Arial"/>
                          <a:cs typeface="Arial"/>
                        </a:rPr>
                        <a:t>Truncated source</a:t>
                      </a:r>
                    </a:p>
                  </a:txBody>
                  <a:tcPr marL="91440" marR="91440" marT="45720" marB="45720">
                    <a:lnL w="9525">
                      <a:solidFill>
                        <a:srgbClr val="705364"/>
                      </a:solidFill>
                      <a:prstDash val="solid"/>
                    </a:lnL>
                    <a:lnR w="9525">
                      <a:solidFill>
                        <a:srgbClr val="705364"/>
                      </a:solidFill>
                      <a:prstDash val="solid"/>
                    </a:lnR>
                    <a:lnB w="9525">
                      <a:solidFill>
                        <a:srgbClr val="705364"/>
                      </a:solidFill>
                      <a:prstDash val="solid"/>
                    </a:lnB>
                    <a:solidFill>
                      <a:srgbClr val="241D25"/>
                    </a:solidFill>
                  </a:tcPr>
                </a:tc>
                <a:tc>
                  <a:txBody>
                    <a:bodyPr/>
                    <a:lstStyle/>
                    <a:p>
                      <a:r>
                        <a:rPr sz="2025" b="0">
                          <a:solidFill>
                            <a:srgbClr val="F8F0F4"/>
                          </a:solidFill>
                          <a:latin typeface="Arial"/>
                          <a:ea typeface="Arial"/>
                          <a:cs typeface="Arial"/>
                        </a:rPr>
                        <a:t>2,774 / 904</a:t>
                      </a:r>
                    </a:p>
                  </a:txBody>
                  <a:tcPr marL="91440" marR="91440" marT="45720" marB="45720">
                    <a:lnR w="9525">
                      <a:solidFill>
                        <a:srgbClr val="705364"/>
                      </a:solidFill>
                      <a:prstDash val="solid"/>
                    </a:lnR>
                    <a:lnB w="9525">
                      <a:solidFill>
                        <a:srgbClr val="705364"/>
                      </a:solidFill>
                      <a:prstDash val="solid"/>
                    </a:lnB>
                    <a:solidFill>
                      <a:srgbClr val="241D25"/>
                    </a:solidFill>
                  </a:tcPr>
                </a:tc>
                <a:tc>
                  <a:txBody>
                    <a:bodyPr/>
                    <a:lstStyle/>
                    <a:p>
                      <a:r>
                        <a:rPr sz="2025" b="0">
                          <a:solidFill>
                            <a:srgbClr val="F8F0F4"/>
                          </a:solidFill>
                          <a:latin typeface="Arial"/>
                          <a:ea typeface="Arial"/>
                          <a:cs typeface="Arial"/>
                        </a:rPr>
                        <a:t>$0.07294</a:t>
                      </a:r>
                    </a:p>
                  </a:txBody>
                  <a:tcPr marL="91440" marR="91440" marT="45720" marB="45720">
                    <a:lnR w="9525">
                      <a:solidFill>
                        <a:srgbClr val="705364"/>
                      </a:solidFill>
                      <a:prstDash val="solid"/>
                    </a:lnR>
                    <a:lnB w="9525">
                      <a:solidFill>
                        <a:srgbClr val="705364"/>
                      </a:solidFill>
                      <a:prstDash val="solid"/>
                    </a:lnB>
                    <a:solidFill>
                      <a:srgbClr val="241D25"/>
                    </a:solidFill>
                  </a:tcPr>
                </a:tc>
              </a:tr>
              <a:tr h="666750">
                <a:tc>
                  <a:txBody>
                    <a:bodyPr/>
                    <a:lstStyle/>
                    <a:p>
                      <a:r>
                        <a:rPr sz="2025" b="0">
                          <a:solidFill>
                            <a:srgbClr val="F8F0F4"/>
                          </a:solidFill>
                          <a:latin typeface="Arial"/>
                          <a:ea typeface="Arial"/>
                          <a:cs typeface="Arial"/>
                        </a:rPr>
                        <a:t>Identical-result cache</a:t>
                      </a:r>
                    </a:p>
                  </a:txBody>
                  <a:tcPr marL="91440" marR="91440" marT="45720" marB="45720">
                    <a:lnL w="9525">
                      <a:solidFill>
                        <a:srgbClr val="705364"/>
                      </a:solidFill>
                      <a:prstDash val="solid"/>
                    </a:lnL>
                    <a:lnR w="9525">
                      <a:solidFill>
                        <a:srgbClr val="705364"/>
                      </a:solidFill>
                      <a:prstDash val="solid"/>
                    </a:lnR>
                    <a:lnB w="9525">
                      <a:solidFill>
                        <a:srgbClr val="705364"/>
                      </a:solidFill>
                      <a:prstDash val="solid"/>
                    </a:lnB>
                    <a:solidFill>
                      <a:srgbClr val="241D25"/>
                    </a:solidFill>
                  </a:tcPr>
                </a:tc>
                <a:tc>
                  <a:txBody>
                    <a:bodyPr/>
                    <a:lstStyle/>
                    <a:p>
                      <a:r>
                        <a:rPr sz="2025" b="0">
                          <a:solidFill>
                            <a:srgbClr val="F8F0F4"/>
                          </a:solidFill>
                          <a:latin typeface="Arial"/>
                          <a:ea typeface="Arial"/>
                          <a:cs typeface="Arial"/>
                        </a:rPr>
                        <a:t>0 / 0</a:t>
                      </a:r>
                    </a:p>
                  </a:txBody>
                  <a:tcPr marL="91440" marR="91440" marT="45720" marB="45720">
                    <a:lnR w="9525">
                      <a:solidFill>
                        <a:srgbClr val="705364"/>
                      </a:solidFill>
                      <a:prstDash val="solid"/>
                    </a:lnR>
                    <a:lnB w="9525">
                      <a:solidFill>
                        <a:srgbClr val="705364"/>
                      </a:solidFill>
                      <a:prstDash val="solid"/>
                    </a:lnB>
                    <a:solidFill>
                      <a:srgbClr val="241D25"/>
                    </a:solidFill>
                  </a:tcPr>
                </a:tc>
                <a:tc>
                  <a:txBody>
                    <a:bodyPr/>
                    <a:lstStyle/>
                    <a:p>
                      <a:r>
                        <a:rPr sz="2025" b="0">
                          <a:solidFill>
                            <a:srgbClr val="F8F0F4"/>
                          </a:solidFill>
                          <a:latin typeface="Arial"/>
                          <a:ea typeface="Arial"/>
                          <a:cs typeface="Arial"/>
                        </a:rPr>
                        <a:t>$0</a:t>
                      </a:r>
                    </a:p>
                  </a:txBody>
                  <a:tcPr marL="91440" marR="91440" marT="45720" marB="45720">
                    <a:lnR w="9525">
                      <a:solidFill>
                        <a:srgbClr val="705364"/>
                      </a:solidFill>
                      <a:prstDash val="solid"/>
                    </a:lnR>
                    <a:lnB w="9525">
                      <a:solidFill>
                        <a:srgbClr val="705364"/>
                      </a:solidFill>
                      <a:prstDash val="solid"/>
                    </a:lnB>
                    <a:solidFill>
                      <a:srgbClr val="241D25"/>
                    </a:solidFill>
                  </a:tcPr>
                </a:tc>
              </a:tr>
            </a:tbl>
          </a:graphicData>
        </a:graphic>
      </p:graphicFrame>
      <p:sp>
        <p:nvSpPr>
          <p:cNvPr id="3" name="">
            <a:extLst xmlns:a="http://schemas.openxmlformats.org/drawingml/2006/main">
              <a:ext uri="{FF2B5EF4-FFF2-40B4-BE49-F238E27FC236}">
                <a16:creationId xmlns:a16="http://schemas.microsoft.com/office/drawing/2014/main" id="{6450AB93-F73E-4FD3-8133-1AB18CF33F97}"/>
              </a:ext>
            </a:extLst>
          </p:cNvPr>
          <p:cNvSpPr>
            <a:spLocks xmlns:a="http://schemas.openxmlformats.org/drawingml/2006/main" noGrp="1"/>
          </p:cNvSpPr>
          <p:nvPr/>
        </p:nvSpPr>
        <p:spPr>
          <a:xfrm xmlns:a="http://schemas.openxmlformats.org/drawingml/2006/main">
            <a:off x="609600" y="4581525"/>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700" b="0">
                <a:solidFill>
                  <a:srgbClr val="F8F0F4"/>
                </a:solidFill>
                <a:latin typeface="Arial"/>
                <a:ea typeface="Arial"/>
                <a:cs typeface="Arial"/>
              </a:defRPr>
            </a:defPPr>
            <a:lvl1pPr>
              <a:buNone/>
              <a:defRPr sz="2700" b="0">
                <a:solidFill>
                  <a:srgbClr val="F8F0F4"/>
                </a:solidFill>
                <a:latin typeface="Arial"/>
                <a:ea typeface="Arial"/>
                <a:cs typeface="Arial"/>
              </a:defRPr>
            </a:lvl1pPr>
            <a:lvl2pPr>
              <a:buNone/>
              <a:defRPr sz="2700" b="0">
                <a:solidFill>
                  <a:srgbClr val="F8F0F4"/>
                </a:solidFill>
                <a:latin typeface="Arial"/>
                <a:ea typeface="Arial"/>
                <a:cs typeface="Arial"/>
              </a:defRPr>
            </a:lvl2pPr>
            <a:lvl3pPr>
              <a:buNone/>
              <a:defRPr sz="2700" b="0">
                <a:solidFill>
                  <a:srgbClr val="F8F0F4"/>
                </a:solidFill>
                <a:latin typeface="Arial"/>
                <a:ea typeface="Arial"/>
                <a:cs typeface="Arial"/>
              </a:defRPr>
            </a:lvl3pPr>
            <a:lvl4pPr>
              <a:buNone/>
              <a:defRPr sz="2700" b="0">
                <a:solidFill>
                  <a:srgbClr val="F8F0F4"/>
                </a:solidFill>
                <a:latin typeface="Arial"/>
                <a:ea typeface="Arial"/>
                <a:cs typeface="Arial"/>
              </a:defRPr>
            </a:lvl4pPr>
            <a:lvl5pPr>
              <a:buNone/>
              <a:defRPr sz="2700" b="0">
                <a:solidFill>
                  <a:srgbClr val="F8F0F4"/>
                </a:solidFill>
                <a:latin typeface="Arial"/>
                <a:ea typeface="Arial"/>
                <a:cs typeface="Arial"/>
              </a:defRPr>
            </a:lvl5pPr>
            <a:lvl6pPr>
              <a:buNone/>
              <a:defRPr sz="2700" b="0">
                <a:solidFill>
                  <a:srgbClr val="F8F0F4"/>
                </a:solidFill>
                <a:latin typeface="Arial"/>
                <a:ea typeface="Arial"/>
                <a:cs typeface="Arial"/>
              </a:defRPr>
            </a:lvl6pPr>
            <a:lvl7pPr>
              <a:buNone/>
              <a:defRPr sz="2700" b="0">
                <a:solidFill>
                  <a:srgbClr val="F8F0F4"/>
                </a:solidFill>
                <a:latin typeface="Arial"/>
                <a:ea typeface="Arial"/>
                <a:cs typeface="Arial"/>
              </a:defRPr>
            </a:lvl7pPr>
            <a:lvl8pPr>
              <a:buNone/>
              <a:defRPr sz="2700" b="0">
                <a:solidFill>
                  <a:srgbClr val="F8F0F4"/>
                </a:solidFill>
                <a:latin typeface="Arial"/>
                <a:ea typeface="Arial"/>
                <a:cs typeface="Arial"/>
              </a:defRPr>
            </a:lvl8pPr>
            <a:lvl9pPr>
              <a:buNone/>
              <a:defRPr sz="2700" b="0">
                <a:solidFill>
                  <a:srgbClr val="F8F0F4"/>
                </a:solidFill>
                <a:latin typeface="Arial"/>
                <a:ea typeface="Arial"/>
                <a:cs typeface="Arial"/>
              </a:defRPr>
            </a:lvl9pPr>
          </a:lstStyle>
          <a:p xmlns:a="http://schemas.openxmlformats.org/drawingml/2006/main">
            <a:pPr>
              <a:buNone/>
              <a:defRPr sz="2700" b="0">
                <a:solidFill>
                  <a:srgbClr val="F8F0F4"/>
                </a:solidFill>
                <a:latin typeface="Arial"/>
                <a:ea typeface="Arial"/>
                <a:cs typeface="Arial"/>
              </a:defRPr>
            </a:pPr>
            <a:r>
              <a:rPr sz="2700" b="0">
                <a:solidFill>
                  <a:srgbClr val="F8F0F4"/>
                </a:solidFill>
                <a:latin typeface="Arial"/>
                <a:ea typeface="Arial"/>
                <a:cs typeface="Arial"/>
              </a:rPr>
              <a:t>5.09% cheaper lost a later requirement.</a:t>
            </a:r>
          </a:p>
        </p:txBody>
      </p:sp>
      <p:sp>
        <p:nvSpPr>
          <p:cNvPr id="4" name="">
            <a:extLst xmlns:a="http://schemas.openxmlformats.org/drawingml/2006/main">
              <a:ext uri="{FF2B5EF4-FFF2-40B4-BE49-F238E27FC236}">
                <a16:creationId xmlns:a16="http://schemas.microsoft.com/office/drawing/2014/main" id="{C4009035-B98D-4E06-B608-C06F1B4A6BDC}"/>
              </a:ext>
            </a:extLst>
          </p:cNvPr>
          <p:cNvSpPr>
            <a:spLocks xmlns:a="http://schemas.openxmlformats.org/drawingml/2006/main" noGrp="1"/>
          </p:cNvSpPr>
          <p:nvPr/>
        </p:nvSpPr>
        <p:spPr>
          <a:xfrm xmlns:a="http://schemas.openxmlformats.org/drawingml/2006/main">
            <a:off x="609600" y="5238750"/>
            <a:ext cx="109728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550" b="0">
                <a:solidFill>
                  <a:srgbClr val="EFABC8"/>
                </a:solidFill>
                <a:latin typeface="Arial"/>
                <a:ea typeface="Arial"/>
                <a:cs typeface="Arial"/>
              </a:defRPr>
            </a:defPPr>
            <a:lvl1pPr>
              <a:buNone/>
              <a:defRPr sz="2550" b="0">
                <a:solidFill>
                  <a:srgbClr val="EFABC8"/>
                </a:solidFill>
                <a:latin typeface="Arial"/>
                <a:ea typeface="Arial"/>
                <a:cs typeface="Arial"/>
              </a:defRPr>
            </a:lvl1pPr>
            <a:lvl2pPr>
              <a:buNone/>
              <a:defRPr sz="2550" b="0">
                <a:solidFill>
                  <a:srgbClr val="EFABC8"/>
                </a:solidFill>
                <a:latin typeface="Arial"/>
                <a:ea typeface="Arial"/>
                <a:cs typeface="Arial"/>
              </a:defRPr>
            </a:lvl2pPr>
            <a:lvl3pPr>
              <a:buNone/>
              <a:defRPr sz="2550" b="0">
                <a:solidFill>
                  <a:srgbClr val="EFABC8"/>
                </a:solidFill>
                <a:latin typeface="Arial"/>
                <a:ea typeface="Arial"/>
                <a:cs typeface="Arial"/>
              </a:defRPr>
            </a:lvl3pPr>
            <a:lvl4pPr>
              <a:buNone/>
              <a:defRPr sz="2550" b="0">
                <a:solidFill>
                  <a:srgbClr val="EFABC8"/>
                </a:solidFill>
                <a:latin typeface="Arial"/>
                <a:ea typeface="Arial"/>
                <a:cs typeface="Arial"/>
              </a:defRPr>
            </a:lvl4pPr>
            <a:lvl5pPr>
              <a:buNone/>
              <a:defRPr sz="2550" b="0">
                <a:solidFill>
                  <a:srgbClr val="EFABC8"/>
                </a:solidFill>
                <a:latin typeface="Arial"/>
                <a:ea typeface="Arial"/>
                <a:cs typeface="Arial"/>
              </a:defRPr>
            </a:lvl5pPr>
            <a:lvl6pPr>
              <a:buNone/>
              <a:defRPr sz="2550" b="0">
                <a:solidFill>
                  <a:srgbClr val="EFABC8"/>
                </a:solidFill>
                <a:latin typeface="Arial"/>
                <a:ea typeface="Arial"/>
                <a:cs typeface="Arial"/>
              </a:defRPr>
            </a:lvl6pPr>
            <a:lvl7pPr>
              <a:buNone/>
              <a:defRPr sz="2550" b="0">
                <a:solidFill>
                  <a:srgbClr val="EFABC8"/>
                </a:solidFill>
                <a:latin typeface="Arial"/>
                <a:ea typeface="Arial"/>
                <a:cs typeface="Arial"/>
              </a:defRPr>
            </a:lvl7pPr>
            <a:lvl8pPr>
              <a:buNone/>
              <a:defRPr sz="2550" b="0">
                <a:solidFill>
                  <a:srgbClr val="EFABC8"/>
                </a:solidFill>
                <a:latin typeface="Arial"/>
                <a:ea typeface="Arial"/>
                <a:cs typeface="Arial"/>
              </a:defRPr>
            </a:lvl8pPr>
            <a:lvl9pPr>
              <a:buNone/>
              <a:defRPr sz="2550" b="0">
                <a:solidFill>
                  <a:srgbClr val="EFABC8"/>
                </a:solidFill>
                <a:latin typeface="Arial"/>
                <a:ea typeface="Arial"/>
                <a:cs typeface="Arial"/>
              </a:defRPr>
            </a:lvl9pPr>
          </a:lstStyle>
          <a:p xmlns:a="http://schemas.openxmlformats.org/drawingml/2006/main">
            <a:pPr>
              <a:buNone/>
              <a:defRPr sz="2550" b="0">
                <a:solidFill>
                  <a:srgbClr val="EFABC8"/>
                </a:solidFill>
                <a:latin typeface="Arial"/>
                <a:ea typeface="Arial"/>
                <a:cs typeface="Arial"/>
              </a:defRPr>
            </a:pPr>
            <a:r>
              <a:rPr sz="2550" b="0">
                <a:solidFill>
                  <a:srgbClr val="EFABC8"/>
                </a:solidFill>
                <a:latin typeface="Arial"/>
                <a:ea typeface="Arial"/>
                <a:cs typeface="Arial"/>
              </a:rPr>
              <a:t>Full text stays the default.</a:t>
            </a:r>
          </a:p>
        </p:txBody>
      </p:sp>
      <p:sp>
        <p:nvSpPr>
          <p:cNvPr id="5" name="">
            <a:extLst xmlns:a="http://schemas.openxmlformats.org/drawingml/2006/main">
              <a:ext uri="{FF2B5EF4-FFF2-40B4-BE49-F238E27FC236}">
                <a16:creationId xmlns:a16="http://schemas.microsoft.com/office/drawing/2014/main" id="{5DCE0F1E-EA4F-4669-8E73-B31E394F30A9}"/>
              </a:ext>
            </a:extLst>
          </p:cNvPr>
          <p:cNvSpPr>
            <a:spLocks xmlns:a="http://schemas.openxmlformats.org/drawingml/2006/main" noGrp="1"/>
          </p:cNvSpPr>
          <p:nvPr/>
        </p:nvSpPr>
        <p:spPr>
          <a:xfrm xmlns:a="http://schemas.openxmlformats.org/drawingml/2006/main">
            <a:off x="609600" y="6086475"/>
            <a:ext cx="109347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00" b="0">
                <a:solidFill>
                  <a:srgbClr val="CCB8C5"/>
                </a:solidFill>
                <a:latin typeface="Arial"/>
                <a:ea typeface="Arial"/>
                <a:cs typeface="Arial"/>
              </a:defRPr>
            </a:defPPr>
            <a:lvl1pPr>
              <a:buNone/>
              <a:defRPr sz="1500" b="0">
                <a:solidFill>
                  <a:srgbClr val="CCB8C5"/>
                </a:solidFill>
                <a:latin typeface="Arial"/>
                <a:ea typeface="Arial"/>
                <a:cs typeface="Arial"/>
              </a:defRPr>
            </a:lvl1pPr>
            <a:lvl2pPr>
              <a:buNone/>
              <a:defRPr sz="1500" b="0">
                <a:solidFill>
                  <a:srgbClr val="CCB8C5"/>
                </a:solidFill>
                <a:latin typeface="Arial"/>
                <a:ea typeface="Arial"/>
                <a:cs typeface="Arial"/>
              </a:defRPr>
            </a:lvl2pPr>
            <a:lvl3pPr>
              <a:buNone/>
              <a:defRPr sz="1500" b="0">
                <a:solidFill>
                  <a:srgbClr val="CCB8C5"/>
                </a:solidFill>
                <a:latin typeface="Arial"/>
                <a:ea typeface="Arial"/>
                <a:cs typeface="Arial"/>
              </a:defRPr>
            </a:lvl3pPr>
            <a:lvl4pPr>
              <a:buNone/>
              <a:defRPr sz="1500" b="0">
                <a:solidFill>
                  <a:srgbClr val="CCB8C5"/>
                </a:solidFill>
                <a:latin typeface="Arial"/>
                <a:ea typeface="Arial"/>
                <a:cs typeface="Arial"/>
              </a:defRPr>
            </a:lvl4pPr>
            <a:lvl5pPr>
              <a:buNone/>
              <a:defRPr sz="1500" b="0">
                <a:solidFill>
                  <a:srgbClr val="CCB8C5"/>
                </a:solidFill>
                <a:latin typeface="Arial"/>
                <a:ea typeface="Arial"/>
                <a:cs typeface="Arial"/>
              </a:defRPr>
            </a:lvl5pPr>
            <a:lvl6pPr>
              <a:buNone/>
              <a:defRPr sz="1500" b="0">
                <a:solidFill>
                  <a:srgbClr val="CCB8C5"/>
                </a:solidFill>
                <a:latin typeface="Arial"/>
                <a:ea typeface="Arial"/>
                <a:cs typeface="Arial"/>
              </a:defRPr>
            </a:lvl6pPr>
            <a:lvl7pPr>
              <a:buNone/>
              <a:defRPr sz="1500" b="0">
                <a:solidFill>
                  <a:srgbClr val="CCB8C5"/>
                </a:solidFill>
                <a:latin typeface="Arial"/>
                <a:ea typeface="Arial"/>
                <a:cs typeface="Arial"/>
              </a:defRPr>
            </a:lvl7pPr>
            <a:lvl8pPr>
              <a:buNone/>
              <a:defRPr sz="1500" b="0">
                <a:solidFill>
                  <a:srgbClr val="CCB8C5"/>
                </a:solidFill>
                <a:latin typeface="Arial"/>
                <a:ea typeface="Arial"/>
                <a:cs typeface="Arial"/>
              </a:defRPr>
            </a:lvl8pPr>
            <a:lvl9pPr>
              <a:buNone/>
              <a:defRPr sz="1500" b="0">
                <a:solidFill>
                  <a:srgbClr val="CCB8C5"/>
                </a:solidFill>
                <a:latin typeface="Arial"/>
                <a:ea typeface="Arial"/>
                <a:cs typeface="Arial"/>
              </a:defRPr>
            </a:lvl9pPr>
          </a:lstStyle>
          <a:p xmlns:a="http://schemas.openxmlformats.org/drawingml/2006/main">
            <a:pPr>
              <a:buNone/>
              <a:defRPr sz="1500" b="0">
                <a:solidFill>
                  <a:srgbClr val="CCB8C5"/>
                </a:solidFill>
                <a:latin typeface="Arial"/>
                <a:ea typeface="Arial"/>
                <a:cs typeface="Arial"/>
              </a:defRPr>
            </a:pPr>
            <a:r>
              <a:rPr sz="1500" b="0">
                <a:solidFill>
                  <a:srgbClr val="CCB8C5"/>
                </a:solidFill>
                <a:latin typeface="Arial"/>
                <a:ea typeface="Arial"/>
                <a:cs typeface="Arial"/>
              </a:rPr>
              <a:t>Assumed monthly model cost: $1.30/user; $130 at 100 users; $13,010 at 10,000. Hosting excluded.</a:t>
            </a:r>
          </a:p>
        </p:txBody>
      </p:sp>
    </p:spTree>
    <p:extLst>
      <p:ext uri="{BB962C8B-B14F-4D97-AF65-F5344CB8AC3E}">
        <p14:creationId xmlns:p14="http://schemas.microsoft.com/office/powerpoint/2010/main" val="1965453514"/>
      </p:ext>
    </p:extLst>
  </p:cSld>
</p:sld>
</file>

<file path=ppt/slides/slide7.xml><?xml version="1.0" encoding="utf-8"?>
<p:sld xmlns:p="http://schemas.openxmlformats.org/presentationml/2006/main">
  <p:cSld>
    <p:bg>
      <p:bgPr>
        <a:solidFill xmlns:a="http://schemas.openxmlformats.org/drawingml/2006/main">
          <a:srgbClr val="241D25"/>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01114EBE-634E-421D-8FC1-0C6ED99F765A}"/>
              </a:ext>
            </a:extLst>
          </p:cNvPr>
          <p:cNvSpPr>
            <a:spLocks xmlns:a="http://schemas.openxmlformats.org/drawingml/2006/main" noGrp="1"/>
          </p:cNvSpPr>
          <p:nvPr/>
        </p:nvSpPr>
        <p:spPr>
          <a:xfrm xmlns:a="http://schemas.openxmlformats.org/drawingml/2006/main">
            <a:off x="609600" y="4191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4350" b="0">
                <a:solidFill>
                  <a:srgbClr val="EFABC8"/>
                </a:solidFill>
                <a:latin typeface="Georgia"/>
                <a:ea typeface="Georgia"/>
                <a:cs typeface="Georgia"/>
              </a:defRPr>
            </a:defPPr>
            <a:lvl1pPr>
              <a:buNone/>
              <a:defRPr sz="4350" b="0">
                <a:solidFill>
                  <a:srgbClr val="EFABC8"/>
                </a:solidFill>
                <a:latin typeface="Georgia"/>
                <a:ea typeface="Georgia"/>
                <a:cs typeface="Georgia"/>
              </a:defRPr>
            </a:lvl1pPr>
            <a:lvl2pPr>
              <a:buNone/>
              <a:defRPr sz="4350" b="0">
                <a:solidFill>
                  <a:srgbClr val="EFABC8"/>
                </a:solidFill>
                <a:latin typeface="Georgia"/>
                <a:ea typeface="Georgia"/>
                <a:cs typeface="Georgia"/>
              </a:defRPr>
            </a:lvl2pPr>
            <a:lvl3pPr>
              <a:buNone/>
              <a:defRPr sz="4350" b="0">
                <a:solidFill>
                  <a:srgbClr val="EFABC8"/>
                </a:solidFill>
                <a:latin typeface="Georgia"/>
                <a:ea typeface="Georgia"/>
                <a:cs typeface="Georgia"/>
              </a:defRPr>
            </a:lvl3pPr>
            <a:lvl4pPr>
              <a:buNone/>
              <a:defRPr sz="4350" b="0">
                <a:solidFill>
                  <a:srgbClr val="EFABC8"/>
                </a:solidFill>
                <a:latin typeface="Georgia"/>
                <a:ea typeface="Georgia"/>
                <a:cs typeface="Georgia"/>
              </a:defRPr>
            </a:lvl4pPr>
            <a:lvl5pPr>
              <a:buNone/>
              <a:defRPr sz="4350" b="0">
                <a:solidFill>
                  <a:srgbClr val="EFABC8"/>
                </a:solidFill>
                <a:latin typeface="Georgia"/>
                <a:ea typeface="Georgia"/>
                <a:cs typeface="Georgia"/>
              </a:defRPr>
            </a:lvl5pPr>
            <a:lvl6pPr>
              <a:buNone/>
              <a:defRPr sz="4350" b="0">
                <a:solidFill>
                  <a:srgbClr val="EFABC8"/>
                </a:solidFill>
                <a:latin typeface="Georgia"/>
                <a:ea typeface="Georgia"/>
                <a:cs typeface="Georgia"/>
              </a:defRPr>
            </a:lvl6pPr>
            <a:lvl7pPr>
              <a:buNone/>
              <a:defRPr sz="4350" b="0">
                <a:solidFill>
                  <a:srgbClr val="EFABC8"/>
                </a:solidFill>
                <a:latin typeface="Georgia"/>
                <a:ea typeface="Georgia"/>
                <a:cs typeface="Georgia"/>
              </a:defRPr>
            </a:lvl7pPr>
            <a:lvl8pPr>
              <a:buNone/>
              <a:defRPr sz="4350" b="0">
                <a:solidFill>
                  <a:srgbClr val="EFABC8"/>
                </a:solidFill>
                <a:latin typeface="Georgia"/>
                <a:ea typeface="Georgia"/>
                <a:cs typeface="Georgia"/>
              </a:defRPr>
            </a:lvl8pPr>
            <a:lvl9pPr>
              <a:buNone/>
              <a:defRPr sz="4350" b="0">
                <a:solidFill>
                  <a:srgbClr val="EFABC8"/>
                </a:solidFill>
                <a:latin typeface="Georgia"/>
                <a:ea typeface="Georgia"/>
                <a:cs typeface="Georgia"/>
              </a:defRPr>
            </a:lvl9pPr>
          </a:lstStyle>
          <a:p xmlns:a="http://schemas.openxmlformats.org/drawingml/2006/main">
            <a:pPr>
              <a:buNone/>
              <a:defRPr sz="4350" b="0">
                <a:solidFill>
                  <a:srgbClr val="EFABC8"/>
                </a:solidFill>
                <a:latin typeface="Georgia"/>
                <a:ea typeface="Georgia"/>
                <a:cs typeface="Georgia"/>
              </a:defRPr>
            </a:pPr>
            <a:r>
              <a:rPr sz="4350" b="0">
                <a:solidFill>
                  <a:srgbClr val="EFABC8"/>
                </a:solidFill>
                <a:latin typeface="Georgia"/>
                <a:ea typeface="Georgia"/>
                <a:cs typeface="Georgia"/>
              </a:rPr>
              <a:t>Review is a real boundary</a:t>
            </a:r>
          </a:p>
        </p:txBody>
      </p:sp>
      <p:pic>
        <p:nvPicPr>
          <p:cNvPr id="2" name="">
            <a:extLst xmlns:a="http://schemas.openxmlformats.org/drawingml/2006/main">
              <a:ext uri="{FF2B5EF4-FFF2-40B4-BE49-F238E27FC236}">
                <a16:creationId xmlns:a16="http://schemas.microsoft.com/office/drawing/2014/main" id="{6F7D0D1C-1651-440E-84A3-29887D86DC9F}"/>
              </a:ext>
            </a:extLst>
          </p:cNvPr>
          <p:cNvPicPr>
            <a:picLocks xmlns:a="http://schemas.openxmlformats.org/drawingml/2006/main" noChangeAspect="1"/>
          </p:cNvPicPr>
          <p:nvPr/>
        </p:nvPicPr>
        <p:blipFill>
          <a:blip xmlns:r="http://schemas.openxmlformats.org/officeDocument/2006/relationships" xmlns:a="http://schemas.openxmlformats.org/drawingml/2006/main" r:embed="R257a3d00202046dd"/>
          <a:stretch xmlns:a="http://schemas.openxmlformats.org/drawingml/2006/main"/>
        </p:blipFill>
        <p:spPr>
          <a:xfrm xmlns:a="http://schemas.openxmlformats.org/drawingml/2006/main">
            <a:off x="681990" y="1562100"/>
            <a:ext cx="5760720" cy="4200525"/>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D50663BE-D137-43BE-AFA3-A6BE4E80166A}"/>
              </a:ext>
            </a:extLst>
          </p:cNvPr>
          <p:cNvSpPr>
            <a:spLocks xmlns:a="http://schemas.openxmlformats.org/drawingml/2006/main" noGrp="1"/>
          </p:cNvSpPr>
          <p:nvPr/>
        </p:nvSpPr>
        <p:spPr>
          <a:xfrm xmlns:a="http://schemas.openxmlformats.org/drawingml/2006/main">
            <a:off x="7029450" y="1809750"/>
            <a:ext cx="447675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075" b="0">
                <a:solidFill>
                  <a:srgbClr val="EFABC8"/>
                </a:solidFill>
                <a:latin typeface="Arial"/>
                <a:ea typeface="Arial"/>
                <a:cs typeface="Arial"/>
              </a:defRPr>
            </a:defPPr>
            <a:lvl1pPr>
              <a:buNone/>
              <a:defRPr sz="3075" b="0">
                <a:solidFill>
                  <a:srgbClr val="EFABC8"/>
                </a:solidFill>
                <a:latin typeface="Arial"/>
                <a:ea typeface="Arial"/>
                <a:cs typeface="Arial"/>
              </a:defRPr>
            </a:lvl1pPr>
            <a:lvl2pPr>
              <a:buNone/>
              <a:defRPr sz="3075" b="0">
                <a:solidFill>
                  <a:srgbClr val="EFABC8"/>
                </a:solidFill>
                <a:latin typeface="Arial"/>
                <a:ea typeface="Arial"/>
                <a:cs typeface="Arial"/>
              </a:defRPr>
            </a:lvl2pPr>
            <a:lvl3pPr>
              <a:buNone/>
              <a:defRPr sz="3075" b="0">
                <a:solidFill>
                  <a:srgbClr val="EFABC8"/>
                </a:solidFill>
                <a:latin typeface="Arial"/>
                <a:ea typeface="Arial"/>
                <a:cs typeface="Arial"/>
              </a:defRPr>
            </a:lvl3pPr>
            <a:lvl4pPr>
              <a:buNone/>
              <a:defRPr sz="3075" b="0">
                <a:solidFill>
                  <a:srgbClr val="EFABC8"/>
                </a:solidFill>
                <a:latin typeface="Arial"/>
                <a:ea typeface="Arial"/>
                <a:cs typeface="Arial"/>
              </a:defRPr>
            </a:lvl4pPr>
            <a:lvl5pPr>
              <a:buNone/>
              <a:defRPr sz="3075" b="0">
                <a:solidFill>
                  <a:srgbClr val="EFABC8"/>
                </a:solidFill>
                <a:latin typeface="Arial"/>
                <a:ea typeface="Arial"/>
                <a:cs typeface="Arial"/>
              </a:defRPr>
            </a:lvl5pPr>
            <a:lvl6pPr>
              <a:buNone/>
              <a:defRPr sz="3075" b="0">
                <a:solidFill>
                  <a:srgbClr val="EFABC8"/>
                </a:solidFill>
                <a:latin typeface="Arial"/>
                <a:ea typeface="Arial"/>
                <a:cs typeface="Arial"/>
              </a:defRPr>
            </a:lvl6pPr>
            <a:lvl7pPr>
              <a:buNone/>
              <a:defRPr sz="3075" b="0">
                <a:solidFill>
                  <a:srgbClr val="EFABC8"/>
                </a:solidFill>
                <a:latin typeface="Arial"/>
                <a:ea typeface="Arial"/>
                <a:cs typeface="Arial"/>
              </a:defRPr>
            </a:lvl7pPr>
            <a:lvl8pPr>
              <a:buNone/>
              <a:defRPr sz="3075" b="0">
                <a:solidFill>
                  <a:srgbClr val="EFABC8"/>
                </a:solidFill>
                <a:latin typeface="Arial"/>
                <a:ea typeface="Arial"/>
                <a:cs typeface="Arial"/>
              </a:defRPr>
            </a:lvl8pPr>
            <a:lvl9pPr>
              <a:buNone/>
              <a:defRPr sz="3075" b="0">
                <a:solidFill>
                  <a:srgbClr val="EFABC8"/>
                </a:solidFill>
                <a:latin typeface="Arial"/>
                <a:ea typeface="Arial"/>
                <a:cs typeface="Arial"/>
              </a:defRPr>
            </a:lvl9pPr>
          </a:lstStyle>
          <a:p xmlns:a="http://schemas.openxmlformats.org/drawingml/2006/main">
            <a:pPr>
              <a:buNone/>
              <a:defRPr sz="3075" b="0">
                <a:solidFill>
                  <a:srgbClr val="EFABC8"/>
                </a:solidFill>
                <a:latin typeface="Arial"/>
                <a:ea typeface="Arial"/>
                <a:cs typeface="Arial"/>
              </a:defRPr>
            </a:pPr>
            <a:r>
              <a:rPr sz="3075" b="0">
                <a:solidFill>
                  <a:srgbClr val="EFABC8"/>
                </a:solidFill>
                <a:latin typeface="Arial"/>
                <a:ea typeface="Arial"/>
                <a:cs typeface="Arial"/>
              </a:rPr>
              <a:t>13 fields filled</a:t>
            </a:r>
          </a:p>
        </p:txBody>
      </p:sp>
      <p:sp>
        <p:nvSpPr>
          <p:cNvPr id="4" name="">
            <a:extLst xmlns:a="http://schemas.openxmlformats.org/drawingml/2006/main">
              <a:ext uri="{FF2B5EF4-FFF2-40B4-BE49-F238E27FC236}">
                <a16:creationId xmlns:a16="http://schemas.microsoft.com/office/drawing/2014/main" id="{D0156357-AECF-40F9-A1F1-0B235BBDC1B3}"/>
              </a:ext>
            </a:extLst>
          </p:cNvPr>
          <p:cNvSpPr>
            <a:spLocks xmlns:a="http://schemas.openxmlformats.org/drawingml/2006/main" noGrp="1"/>
          </p:cNvSpPr>
          <p:nvPr/>
        </p:nvSpPr>
        <p:spPr>
          <a:xfrm xmlns:a="http://schemas.openxmlformats.org/drawingml/2006/main">
            <a:off x="7029450" y="2609850"/>
            <a:ext cx="44767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F8F0F4"/>
                </a:solidFill>
                <a:latin typeface="Arial"/>
                <a:ea typeface="Arial"/>
                <a:cs typeface="Arial"/>
              </a:defRPr>
            </a:defPPr>
            <a:lvl1pPr>
              <a:buNone/>
              <a:defRPr sz="2250" b="0">
                <a:solidFill>
                  <a:srgbClr val="F8F0F4"/>
                </a:solidFill>
                <a:latin typeface="Arial"/>
                <a:ea typeface="Arial"/>
                <a:cs typeface="Arial"/>
              </a:defRPr>
            </a:lvl1pPr>
            <a:lvl2pPr>
              <a:buNone/>
              <a:defRPr sz="2250" b="0">
                <a:solidFill>
                  <a:srgbClr val="F8F0F4"/>
                </a:solidFill>
                <a:latin typeface="Arial"/>
                <a:ea typeface="Arial"/>
                <a:cs typeface="Arial"/>
              </a:defRPr>
            </a:lvl2pPr>
            <a:lvl3pPr>
              <a:buNone/>
              <a:defRPr sz="2250" b="0">
                <a:solidFill>
                  <a:srgbClr val="F8F0F4"/>
                </a:solidFill>
                <a:latin typeface="Arial"/>
                <a:ea typeface="Arial"/>
                <a:cs typeface="Arial"/>
              </a:defRPr>
            </a:lvl3pPr>
            <a:lvl4pPr>
              <a:buNone/>
              <a:defRPr sz="2250" b="0">
                <a:solidFill>
                  <a:srgbClr val="F8F0F4"/>
                </a:solidFill>
                <a:latin typeface="Arial"/>
                <a:ea typeface="Arial"/>
                <a:cs typeface="Arial"/>
              </a:defRPr>
            </a:lvl4pPr>
            <a:lvl5pPr>
              <a:buNone/>
              <a:defRPr sz="2250" b="0">
                <a:solidFill>
                  <a:srgbClr val="F8F0F4"/>
                </a:solidFill>
                <a:latin typeface="Arial"/>
                <a:ea typeface="Arial"/>
                <a:cs typeface="Arial"/>
              </a:defRPr>
            </a:lvl5pPr>
            <a:lvl6pPr>
              <a:buNone/>
              <a:defRPr sz="2250" b="0">
                <a:solidFill>
                  <a:srgbClr val="F8F0F4"/>
                </a:solidFill>
                <a:latin typeface="Arial"/>
                <a:ea typeface="Arial"/>
                <a:cs typeface="Arial"/>
              </a:defRPr>
            </a:lvl6pPr>
            <a:lvl7pPr>
              <a:buNone/>
              <a:defRPr sz="2250" b="0">
                <a:solidFill>
                  <a:srgbClr val="F8F0F4"/>
                </a:solidFill>
                <a:latin typeface="Arial"/>
                <a:ea typeface="Arial"/>
                <a:cs typeface="Arial"/>
              </a:defRPr>
            </a:lvl7pPr>
            <a:lvl8pPr>
              <a:buNone/>
              <a:defRPr sz="2250" b="0">
                <a:solidFill>
                  <a:srgbClr val="F8F0F4"/>
                </a:solidFill>
                <a:latin typeface="Arial"/>
                <a:ea typeface="Arial"/>
                <a:cs typeface="Arial"/>
              </a:defRPr>
            </a:lvl8pPr>
            <a:lvl9pPr>
              <a:buNone/>
              <a:defRPr sz="2250" b="0">
                <a:solidFill>
                  <a:srgbClr val="F8F0F4"/>
                </a:solidFill>
                <a:latin typeface="Arial"/>
                <a:ea typeface="Arial"/>
                <a:cs typeface="Arial"/>
              </a:defRPr>
            </a:lvl9pPr>
          </a:lstStyle>
          <a:p xmlns:a="http://schemas.openxmlformats.org/drawingml/2006/main">
            <a:pPr>
              <a:buNone/>
              <a:defRPr sz="2250" b="0">
                <a:solidFill>
                  <a:srgbClr val="F8F0F4"/>
                </a:solidFill>
                <a:latin typeface="Arial"/>
                <a:ea typeface="Arial"/>
                <a:cs typeface="Arial"/>
              </a:defRPr>
            </a:pPr>
            <a:r>
              <a:rPr sz="2250" b="0">
                <a:solidFill>
                  <a:srgbClr val="F8F0F4"/>
                </a:solidFill>
                <a:latin typeface="Arial"/>
                <a:ea typeface="Arial"/>
                <a:cs typeface="Arial"/>
              </a:rPr>
              <a:t>Fictional demo: contact, work history, education and language.</a:t>
            </a:r>
          </a:p>
        </p:txBody>
      </p:sp>
      <p:sp>
        <p:nvSpPr>
          <p:cNvPr id="5" name="">
            <a:extLst xmlns:a="http://schemas.openxmlformats.org/drawingml/2006/main">
              <a:ext uri="{FF2B5EF4-FFF2-40B4-BE49-F238E27FC236}">
                <a16:creationId xmlns:a16="http://schemas.microsoft.com/office/drawing/2014/main" id="{9568C4B4-F28D-483A-A377-7D601C22188E}"/>
              </a:ext>
            </a:extLst>
          </p:cNvPr>
          <p:cNvSpPr>
            <a:spLocks xmlns:a="http://schemas.openxmlformats.org/drawingml/2006/main" noGrp="1"/>
          </p:cNvSpPr>
          <p:nvPr/>
        </p:nvSpPr>
        <p:spPr>
          <a:xfrm xmlns:a="http://schemas.openxmlformats.org/drawingml/2006/main">
            <a:off x="7029450" y="4200525"/>
            <a:ext cx="4476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550" b="0">
                <a:solidFill>
                  <a:srgbClr val="EFABC8"/>
                </a:solidFill>
                <a:latin typeface="Arial"/>
                <a:ea typeface="Arial"/>
                <a:cs typeface="Arial"/>
              </a:defRPr>
            </a:defPPr>
            <a:lvl1pPr>
              <a:buNone/>
              <a:defRPr sz="2550" b="0">
                <a:solidFill>
                  <a:srgbClr val="EFABC8"/>
                </a:solidFill>
                <a:latin typeface="Arial"/>
                <a:ea typeface="Arial"/>
                <a:cs typeface="Arial"/>
              </a:defRPr>
            </a:lvl1pPr>
            <a:lvl2pPr>
              <a:buNone/>
              <a:defRPr sz="2550" b="0">
                <a:solidFill>
                  <a:srgbClr val="EFABC8"/>
                </a:solidFill>
                <a:latin typeface="Arial"/>
                <a:ea typeface="Arial"/>
                <a:cs typeface="Arial"/>
              </a:defRPr>
            </a:lvl2pPr>
            <a:lvl3pPr>
              <a:buNone/>
              <a:defRPr sz="2550" b="0">
                <a:solidFill>
                  <a:srgbClr val="EFABC8"/>
                </a:solidFill>
                <a:latin typeface="Arial"/>
                <a:ea typeface="Arial"/>
                <a:cs typeface="Arial"/>
              </a:defRPr>
            </a:lvl3pPr>
            <a:lvl4pPr>
              <a:buNone/>
              <a:defRPr sz="2550" b="0">
                <a:solidFill>
                  <a:srgbClr val="EFABC8"/>
                </a:solidFill>
                <a:latin typeface="Arial"/>
                <a:ea typeface="Arial"/>
                <a:cs typeface="Arial"/>
              </a:defRPr>
            </a:lvl4pPr>
            <a:lvl5pPr>
              <a:buNone/>
              <a:defRPr sz="2550" b="0">
                <a:solidFill>
                  <a:srgbClr val="EFABC8"/>
                </a:solidFill>
                <a:latin typeface="Arial"/>
                <a:ea typeface="Arial"/>
                <a:cs typeface="Arial"/>
              </a:defRPr>
            </a:lvl5pPr>
            <a:lvl6pPr>
              <a:buNone/>
              <a:defRPr sz="2550" b="0">
                <a:solidFill>
                  <a:srgbClr val="EFABC8"/>
                </a:solidFill>
                <a:latin typeface="Arial"/>
                <a:ea typeface="Arial"/>
                <a:cs typeface="Arial"/>
              </a:defRPr>
            </a:lvl6pPr>
            <a:lvl7pPr>
              <a:buNone/>
              <a:defRPr sz="2550" b="0">
                <a:solidFill>
                  <a:srgbClr val="EFABC8"/>
                </a:solidFill>
                <a:latin typeface="Arial"/>
                <a:ea typeface="Arial"/>
                <a:cs typeface="Arial"/>
              </a:defRPr>
            </a:lvl7pPr>
            <a:lvl8pPr>
              <a:buNone/>
              <a:defRPr sz="2550" b="0">
                <a:solidFill>
                  <a:srgbClr val="EFABC8"/>
                </a:solidFill>
                <a:latin typeface="Arial"/>
                <a:ea typeface="Arial"/>
                <a:cs typeface="Arial"/>
              </a:defRPr>
            </a:lvl8pPr>
            <a:lvl9pPr>
              <a:buNone/>
              <a:defRPr sz="2550" b="0">
                <a:solidFill>
                  <a:srgbClr val="EFABC8"/>
                </a:solidFill>
                <a:latin typeface="Arial"/>
                <a:ea typeface="Arial"/>
                <a:cs typeface="Arial"/>
              </a:defRPr>
            </a:lvl9pPr>
          </a:lstStyle>
          <a:p xmlns:a="http://schemas.openxmlformats.org/drawingml/2006/main">
            <a:pPr>
              <a:buNone/>
              <a:defRPr sz="2550" b="0">
                <a:solidFill>
                  <a:srgbClr val="EFABC8"/>
                </a:solidFill>
                <a:latin typeface="Arial"/>
                <a:ea typeface="Arial"/>
                <a:cs typeface="Arial"/>
              </a:defRPr>
            </a:pPr>
            <a:r>
              <a:rPr sz="2550" b="0">
                <a:solidFill>
                  <a:srgbClr val="EFABC8"/>
                </a:solidFill>
                <a:latin typeface="Arial"/>
                <a:ea typeface="Arial"/>
                <a:cs typeface="Arial"/>
              </a:rPr>
              <a:t>0 agreements accepted</a:t>
            </a:r>
          </a:p>
        </p:txBody>
      </p:sp>
      <p:sp>
        <p:nvSpPr>
          <p:cNvPr id="6" name="">
            <a:extLst xmlns:a="http://schemas.openxmlformats.org/drawingml/2006/main">
              <a:ext uri="{FF2B5EF4-FFF2-40B4-BE49-F238E27FC236}">
                <a16:creationId xmlns:a16="http://schemas.microsoft.com/office/drawing/2014/main" id="{85E365E4-0E30-4592-84E7-59C5C9FAFDE1}"/>
              </a:ext>
            </a:extLst>
          </p:cNvPr>
          <p:cNvSpPr>
            <a:spLocks xmlns:a="http://schemas.openxmlformats.org/drawingml/2006/main" noGrp="1"/>
          </p:cNvSpPr>
          <p:nvPr/>
        </p:nvSpPr>
        <p:spPr>
          <a:xfrm xmlns:a="http://schemas.openxmlformats.org/drawingml/2006/main">
            <a:off x="7029450" y="4972050"/>
            <a:ext cx="447675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F8F0F4"/>
                </a:solidFill>
                <a:latin typeface="Arial"/>
                <a:ea typeface="Arial"/>
                <a:cs typeface="Arial"/>
              </a:defRPr>
            </a:defPPr>
            <a:lvl1pPr>
              <a:buNone/>
              <a:defRPr sz="2175" b="0">
                <a:solidFill>
                  <a:srgbClr val="F8F0F4"/>
                </a:solidFill>
                <a:latin typeface="Arial"/>
                <a:ea typeface="Arial"/>
                <a:cs typeface="Arial"/>
              </a:defRPr>
            </a:lvl1pPr>
            <a:lvl2pPr>
              <a:buNone/>
              <a:defRPr sz="2175" b="0">
                <a:solidFill>
                  <a:srgbClr val="F8F0F4"/>
                </a:solidFill>
                <a:latin typeface="Arial"/>
                <a:ea typeface="Arial"/>
                <a:cs typeface="Arial"/>
              </a:defRPr>
            </a:lvl2pPr>
            <a:lvl3pPr>
              <a:buNone/>
              <a:defRPr sz="2175" b="0">
                <a:solidFill>
                  <a:srgbClr val="F8F0F4"/>
                </a:solidFill>
                <a:latin typeface="Arial"/>
                <a:ea typeface="Arial"/>
                <a:cs typeface="Arial"/>
              </a:defRPr>
            </a:lvl3pPr>
            <a:lvl4pPr>
              <a:buNone/>
              <a:defRPr sz="2175" b="0">
                <a:solidFill>
                  <a:srgbClr val="F8F0F4"/>
                </a:solidFill>
                <a:latin typeface="Arial"/>
                <a:ea typeface="Arial"/>
                <a:cs typeface="Arial"/>
              </a:defRPr>
            </a:lvl4pPr>
            <a:lvl5pPr>
              <a:buNone/>
              <a:defRPr sz="2175" b="0">
                <a:solidFill>
                  <a:srgbClr val="F8F0F4"/>
                </a:solidFill>
                <a:latin typeface="Arial"/>
                <a:ea typeface="Arial"/>
                <a:cs typeface="Arial"/>
              </a:defRPr>
            </a:lvl5pPr>
            <a:lvl6pPr>
              <a:buNone/>
              <a:defRPr sz="2175" b="0">
                <a:solidFill>
                  <a:srgbClr val="F8F0F4"/>
                </a:solidFill>
                <a:latin typeface="Arial"/>
                <a:ea typeface="Arial"/>
                <a:cs typeface="Arial"/>
              </a:defRPr>
            </a:lvl6pPr>
            <a:lvl7pPr>
              <a:buNone/>
              <a:defRPr sz="2175" b="0">
                <a:solidFill>
                  <a:srgbClr val="F8F0F4"/>
                </a:solidFill>
                <a:latin typeface="Arial"/>
                <a:ea typeface="Arial"/>
                <a:cs typeface="Arial"/>
              </a:defRPr>
            </a:lvl7pPr>
            <a:lvl8pPr>
              <a:buNone/>
              <a:defRPr sz="2175" b="0">
                <a:solidFill>
                  <a:srgbClr val="F8F0F4"/>
                </a:solidFill>
                <a:latin typeface="Arial"/>
                <a:ea typeface="Arial"/>
                <a:cs typeface="Arial"/>
              </a:defRPr>
            </a:lvl8pPr>
            <a:lvl9pPr>
              <a:buNone/>
              <a:defRPr sz="2175" b="0">
                <a:solidFill>
                  <a:srgbClr val="F8F0F4"/>
                </a:solidFill>
                <a:latin typeface="Arial"/>
                <a:ea typeface="Arial"/>
                <a:cs typeface="Arial"/>
              </a:defRPr>
            </a:lvl9pPr>
          </a:lstStyle>
          <a:p xmlns:a="http://schemas.openxmlformats.org/drawingml/2006/main">
            <a:pPr>
              <a:buNone/>
              <a:defRPr sz="2175" b="0">
                <a:solidFill>
                  <a:srgbClr val="F8F0F4"/>
                </a:solidFill>
                <a:latin typeface="Arial"/>
                <a:ea typeface="Arial"/>
                <a:cs typeface="Arial"/>
              </a:defRPr>
            </a:pPr>
            <a:r>
              <a:rPr sz="2175" b="0">
                <a:solidFill>
                  <a:srgbClr val="F8F0F4"/>
                </a:solidFill>
                <a:latin typeface="Arial"/>
                <a:ea typeface="Arial"/>
                <a:cs typeface="Arial"/>
              </a:rPr>
              <a:t>No signature.</a:t>
            </a:r>
          </a:p>
          <a:p xmlns:a="http://schemas.openxmlformats.org/drawingml/2006/main">
            <a:pPr>
              <a:buNone/>
              <a:defRPr sz="2175" b="0">
                <a:solidFill>
                  <a:srgbClr val="F8F0F4"/>
                </a:solidFill>
                <a:latin typeface="Arial"/>
                <a:ea typeface="Arial"/>
                <a:cs typeface="Arial"/>
              </a:defRPr>
            </a:pPr>
            <a:r>
              <a:rPr sz="2175" b="0">
                <a:solidFill>
                  <a:srgbClr val="F8F0F4"/>
                </a:solidFill>
                <a:latin typeface="Arial"/>
                <a:ea typeface="Arial"/>
                <a:cs typeface="Arial"/>
              </a:rPr>
              <a:t>No application submitted.</a:t>
            </a:r>
          </a:p>
        </p:txBody>
      </p:sp>
      <p:sp>
        <p:nvSpPr>
          <p:cNvPr id="7" name="">
            <a:extLst xmlns:a="http://schemas.openxmlformats.org/drawingml/2006/main">
              <a:ext uri="{FF2B5EF4-FFF2-40B4-BE49-F238E27FC236}">
                <a16:creationId xmlns:a16="http://schemas.microsoft.com/office/drawing/2014/main" id="{5DB98E21-7AB8-41EC-AF0B-03DA3911110E}"/>
              </a:ext>
            </a:extLst>
          </p:cNvPr>
          <p:cNvSpPr>
            <a:spLocks xmlns:a="http://schemas.openxmlformats.org/drawingml/2006/main" noGrp="1"/>
          </p:cNvSpPr>
          <p:nvPr/>
        </p:nvSpPr>
        <p:spPr>
          <a:xfrm xmlns:a="http://schemas.openxmlformats.org/drawingml/2006/main">
            <a:off x="609600" y="6086475"/>
            <a:ext cx="109347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00" b="0">
                <a:solidFill>
                  <a:srgbClr val="CCB8C5"/>
                </a:solidFill>
                <a:latin typeface="Arial"/>
                <a:ea typeface="Arial"/>
                <a:cs typeface="Arial"/>
              </a:defRPr>
            </a:defPPr>
            <a:lvl1pPr>
              <a:buNone/>
              <a:defRPr sz="1500" b="0">
                <a:solidFill>
                  <a:srgbClr val="CCB8C5"/>
                </a:solidFill>
                <a:latin typeface="Arial"/>
                <a:ea typeface="Arial"/>
                <a:cs typeface="Arial"/>
              </a:defRPr>
            </a:lvl1pPr>
            <a:lvl2pPr>
              <a:buNone/>
              <a:defRPr sz="1500" b="0">
                <a:solidFill>
                  <a:srgbClr val="CCB8C5"/>
                </a:solidFill>
                <a:latin typeface="Arial"/>
                <a:ea typeface="Arial"/>
                <a:cs typeface="Arial"/>
              </a:defRPr>
            </a:lvl2pPr>
            <a:lvl3pPr>
              <a:buNone/>
              <a:defRPr sz="1500" b="0">
                <a:solidFill>
                  <a:srgbClr val="CCB8C5"/>
                </a:solidFill>
                <a:latin typeface="Arial"/>
                <a:ea typeface="Arial"/>
                <a:cs typeface="Arial"/>
              </a:defRPr>
            </a:lvl3pPr>
            <a:lvl4pPr>
              <a:buNone/>
              <a:defRPr sz="1500" b="0">
                <a:solidFill>
                  <a:srgbClr val="CCB8C5"/>
                </a:solidFill>
                <a:latin typeface="Arial"/>
                <a:ea typeface="Arial"/>
                <a:cs typeface="Arial"/>
              </a:defRPr>
            </a:lvl4pPr>
            <a:lvl5pPr>
              <a:buNone/>
              <a:defRPr sz="1500" b="0">
                <a:solidFill>
                  <a:srgbClr val="CCB8C5"/>
                </a:solidFill>
                <a:latin typeface="Arial"/>
                <a:ea typeface="Arial"/>
                <a:cs typeface="Arial"/>
              </a:defRPr>
            </a:lvl5pPr>
            <a:lvl6pPr>
              <a:buNone/>
              <a:defRPr sz="1500" b="0">
                <a:solidFill>
                  <a:srgbClr val="CCB8C5"/>
                </a:solidFill>
                <a:latin typeface="Arial"/>
                <a:ea typeface="Arial"/>
                <a:cs typeface="Arial"/>
              </a:defRPr>
            </a:lvl6pPr>
            <a:lvl7pPr>
              <a:buNone/>
              <a:defRPr sz="1500" b="0">
                <a:solidFill>
                  <a:srgbClr val="CCB8C5"/>
                </a:solidFill>
                <a:latin typeface="Arial"/>
                <a:ea typeface="Arial"/>
                <a:cs typeface="Arial"/>
              </a:defRPr>
            </a:lvl7pPr>
            <a:lvl8pPr>
              <a:buNone/>
              <a:defRPr sz="1500" b="0">
                <a:solidFill>
                  <a:srgbClr val="CCB8C5"/>
                </a:solidFill>
                <a:latin typeface="Arial"/>
                <a:ea typeface="Arial"/>
                <a:cs typeface="Arial"/>
              </a:defRPr>
            </a:lvl8pPr>
            <a:lvl9pPr>
              <a:buNone/>
              <a:defRPr sz="1500" b="0">
                <a:solidFill>
                  <a:srgbClr val="CCB8C5"/>
                </a:solidFill>
                <a:latin typeface="Arial"/>
                <a:ea typeface="Arial"/>
                <a:cs typeface="Arial"/>
              </a:defRPr>
            </a:lvl9pPr>
          </a:lstStyle>
          <a:p xmlns:a="http://schemas.openxmlformats.org/drawingml/2006/main">
            <a:pPr>
              <a:buNone/>
              <a:defRPr sz="1500" b="0">
                <a:solidFill>
                  <a:srgbClr val="CCB8C5"/>
                </a:solidFill>
                <a:latin typeface="Arial"/>
                <a:ea typeface="Arial"/>
                <a:cs typeface="Arial"/>
              </a:defRPr>
            </a:pPr>
            <a:r>
              <a:rPr sz="1500" b="0">
                <a:solidFill>
                  <a:srgbClr val="CCB8C5"/>
                </a:solidFill>
                <a:latin typeface="Arial"/>
                <a:ea typeface="Arial"/>
                <a:cs typeface="Arial"/>
              </a:rPr>
              <a:t>Unknown dates, legal-name questions, sensitive answers and unsupported controls stay manual.</a:t>
            </a:r>
          </a:p>
        </p:txBody>
      </p:sp>
    </p:spTree>
    <p:extLst>
      <p:ext uri="{BB962C8B-B14F-4D97-AF65-F5344CB8AC3E}">
        <p14:creationId xmlns:p14="http://schemas.microsoft.com/office/powerpoint/2010/main" val="1253465233"/>
      </p:ext>
    </p:extLst>
  </p:cSld>
</p:sld>
</file>

<file path=ppt/slides/slide8.xml><?xml version="1.0" encoding="utf-8"?>
<p:sld xmlns:p="http://schemas.openxmlformats.org/presentationml/2006/main">
  <p:cSld>
    <p:bg>
      <p:bgPr>
        <a:solidFill xmlns:a="http://schemas.openxmlformats.org/drawingml/2006/main">
          <a:srgbClr val="241D25"/>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114A887E-E655-429A-BBEE-C1E54E5CD8AD}"/>
              </a:ext>
            </a:extLst>
          </p:cNvPr>
          <p:cNvSpPr>
            <a:spLocks xmlns:a="http://schemas.openxmlformats.org/drawingml/2006/main" noGrp="1"/>
          </p:cNvSpPr>
          <p:nvPr/>
        </p:nvSpPr>
        <p:spPr>
          <a:xfrm xmlns:a="http://schemas.openxmlformats.org/drawingml/2006/main">
            <a:off x="609600" y="4191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4350" b="0">
                <a:solidFill>
                  <a:srgbClr val="EFABC8"/>
                </a:solidFill>
                <a:latin typeface="Georgia"/>
                <a:ea typeface="Georgia"/>
                <a:cs typeface="Georgia"/>
              </a:defRPr>
            </a:defPPr>
            <a:lvl1pPr>
              <a:buNone/>
              <a:defRPr sz="4350" b="0">
                <a:solidFill>
                  <a:srgbClr val="EFABC8"/>
                </a:solidFill>
                <a:latin typeface="Georgia"/>
                <a:ea typeface="Georgia"/>
                <a:cs typeface="Georgia"/>
              </a:defRPr>
            </a:lvl1pPr>
            <a:lvl2pPr>
              <a:buNone/>
              <a:defRPr sz="4350" b="0">
                <a:solidFill>
                  <a:srgbClr val="EFABC8"/>
                </a:solidFill>
                <a:latin typeface="Georgia"/>
                <a:ea typeface="Georgia"/>
                <a:cs typeface="Georgia"/>
              </a:defRPr>
            </a:lvl2pPr>
            <a:lvl3pPr>
              <a:buNone/>
              <a:defRPr sz="4350" b="0">
                <a:solidFill>
                  <a:srgbClr val="EFABC8"/>
                </a:solidFill>
                <a:latin typeface="Georgia"/>
                <a:ea typeface="Georgia"/>
                <a:cs typeface="Georgia"/>
              </a:defRPr>
            </a:lvl3pPr>
            <a:lvl4pPr>
              <a:buNone/>
              <a:defRPr sz="4350" b="0">
                <a:solidFill>
                  <a:srgbClr val="EFABC8"/>
                </a:solidFill>
                <a:latin typeface="Georgia"/>
                <a:ea typeface="Georgia"/>
                <a:cs typeface="Georgia"/>
              </a:defRPr>
            </a:lvl4pPr>
            <a:lvl5pPr>
              <a:buNone/>
              <a:defRPr sz="4350" b="0">
                <a:solidFill>
                  <a:srgbClr val="EFABC8"/>
                </a:solidFill>
                <a:latin typeface="Georgia"/>
                <a:ea typeface="Georgia"/>
                <a:cs typeface="Georgia"/>
              </a:defRPr>
            </a:lvl5pPr>
            <a:lvl6pPr>
              <a:buNone/>
              <a:defRPr sz="4350" b="0">
                <a:solidFill>
                  <a:srgbClr val="EFABC8"/>
                </a:solidFill>
                <a:latin typeface="Georgia"/>
                <a:ea typeface="Georgia"/>
                <a:cs typeface="Georgia"/>
              </a:defRPr>
            </a:lvl6pPr>
            <a:lvl7pPr>
              <a:buNone/>
              <a:defRPr sz="4350" b="0">
                <a:solidFill>
                  <a:srgbClr val="EFABC8"/>
                </a:solidFill>
                <a:latin typeface="Georgia"/>
                <a:ea typeface="Georgia"/>
                <a:cs typeface="Georgia"/>
              </a:defRPr>
            </a:lvl7pPr>
            <a:lvl8pPr>
              <a:buNone/>
              <a:defRPr sz="4350" b="0">
                <a:solidFill>
                  <a:srgbClr val="EFABC8"/>
                </a:solidFill>
                <a:latin typeface="Georgia"/>
                <a:ea typeface="Georgia"/>
                <a:cs typeface="Georgia"/>
              </a:defRPr>
            </a:lvl8pPr>
            <a:lvl9pPr>
              <a:buNone/>
              <a:defRPr sz="4350" b="0">
                <a:solidFill>
                  <a:srgbClr val="EFABC8"/>
                </a:solidFill>
                <a:latin typeface="Georgia"/>
                <a:ea typeface="Georgia"/>
                <a:cs typeface="Georgia"/>
              </a:defRPr>
            </a:lvl9pPr>
          </a:lstStyle>
          <a:p xmlns:a="http://schemas.openxmlformats.org/drawingml/2006/main">
            <a:pPr>
              <a:buNone/>
              <a:defRPr sz="4350" b="0">
                <a:solidFill>
                  <a:srgbClr val="EFABC8"/>
                </a:solidFill>
                <a:latin typeface="Georgia"/>
                <a:ea typeface="Georgia"/>
                <a:cs typeface="Georgia"/>
              </a:defRPr>
            </a:pPr>
            <a:r>
              <a:rPr sz="4350" b="0">
                <a:solidFill>
                  <a:srgbClr val="EFABC8"/>
                </a:solidFill>
                <a:latin typeface="Georgia"/>
                <a:ea typeface="Georgia"/>
                <a:cs typeface="Georgia"/>
              </a:rPr>
              <a:t>Live test with a real resume</a:t>
            </a:r>
          </a:p>
        </p:txBody>
      </p:sp>
      <p:graphicFrame>
        <p:nvGraphicFramePr>
          <p:cNvPr id="2" name="">
            <a:extLst xmlns:a="http://schemas.openxmlformats.org/drawingml/2006/main">
              <a:ext uri="{FF2B5EF4-FFF2-40B4-BE49-F238E27FC236}">
                <a16:creationId xmlns:a16="http://schemas.microsoft.com/office/drawing/2014/main" id="{EF97E484-EBDD-4C54-8DA0-3769BD691BB4}"/>
              </a:ext>
            </a:extLst>
          </p:cNvPr>
          <p:cNvGraphicFramePr/>
          <p:nvPr/>
        </p:nvGraphicFramePr>
        <p:xfrm>
          <a:off xmlns:a="http://schemas.openxmlformats.org/drawingml/2006/main" x="609600" y="1562100"/>
          <a:ext xmlns:a="http://schemas.openxmlformats.org/drawingml/2006/main" cx="10972800" cy="3095625"/>
        </p:xfrm>
        <a:graphic xmlns:a="http://schemas.openxmlformats.org/drawingml/2006/main">
          <a:graphicData uri="http://schemas.openxmlformats.org/drawingml/2006/table">
            <a:tbl>
              <a:tblPr/>
              <a:tblGrid>
                <a:gridCol w="5667375"/>
                <a:gridCol w="2924175"/>
                <a:gridCol w="2381250"/>
              </a:tblGrid>
              <a:tr h="619125">
                <a:tc>
                  <a:txBody>
                    <a:bodyPr/>
                    <a:lstStyle/>
                    <a:p>
                      <a:r>
                        <a:rPr sz="2025" b="1">
                          <a:solidFill>
                            <a:srgbClr val="EFABC8"/>
                          </a:solidFill>
                          <a:latin typeface="Arial"/>
                          <a:ea typeface="Arial"/>
                          <a:cs typeface="Arial"/>
                        </a:rPr>
                        <a:t>Live run</a:t>
                      </a:r>
                    </a:p>
                  </a:txBody>
                  <a:tcPr marL="91440" marR="91440" marT="45720" marB="45720">
                    <a:lnL w="9525">
                      <a:solidFill>
                        <a:srgbClr val="705364"/>
                      </a:solidFill>
                      <a:prstDash val="solid"/>
                    </a:lnL>
                    <a:lnR w="9525">
                      <a:solidFill>
                        <a:srgbClr val="705364"/>
                      </a:solidFill>
                      <a:prstDash val="solid"/>
                    </a:lnR>
                    <a:lnT w="9525">
                      <a:solidFill>
                        <a:srgbClr val="705364"/>
                      </a:solidFill>
                      <a:prstDash val="solid"/>
                    </a:lnT>
                    <a:lnB w="9525">
                      <a:solidFill>
                        <a:srgbClr val="705364"/>
                      </a:solidFill>
                      <a:prstDash val="solid"/>
                    </a:lnB>
                    <a:solidFill>
                      <a:srgbClr val="422F3C"/>
                    </a:solidFill>
                  </a:tcPr>
                </a:tc>
                <a:tc>
                  <a:txBody>
                    <a:bodyPr/>
                    <a:lstStyle/>
                    <a:p>
                      <a:r>
                        <a:rPr sz="2025" b="1">
                          <a:solidFill>
                            <a:srgbClr val="EFABC8"/>
                          </a:solidFill>
                          <a:latin typeface="Arial"/>
                          <a:ea typeface="Arial"/>
                          <a:cs typeface="Arial"/>
                        </a:rPr>
                        <a:t>Input / output</a:t>
                      </a:r>
                    </a:p>
                  </a:txBody>
                  <a:tcPr marL="91440" marR="91440" marT="45720" marB="45720">
                    <a:lnR w="9525">
                      <a:solidFill>
                        <a:srgbClr val="705364"/>
                      </a:solidFill>
                      <a:prstDash val="solid"/>
                    </a:lnR>
                    <a:lnT w="9525">
                      <a:solidFill>
                        <a:srgbClr val="705364"/>
                      </a:solidFill>
                      <a:prstDash val="solid"/>
                    </a:lnT>
                    <a:lnB w="9525">
                      <a:solidFill>
                        <a:srgbClr val="705364"/>
                      </a:solidFill>
                      <a:prstDash val="solid"/>
                    </a:lnB>
                    <a:solidFill>
                      <a:srgbClr val="422F3C"/>
                    </a:solidFill>
                  </a:tcPr>
                </a:tc>
                <a:tc>
                  <a:txBody>
                    <a:bodyPr/>
                    <a:lstStyle/>
                    <a:p>
                      <a:r>
                        <a:rPr sz="2025" b="1">
                          <a:solidFill>
                            <a:srgbClr val="EFABC8"/>
                          </a:solidFill>
                          <a:latin typeface="Arial"/>
                          <a:ea typeface="Arial"/>
                          <a:cs typeface="Arial"/>
                        </a:rPr>
                        <a:t>Est. USD</a:t>
                      </a:r>
                    </a:p>
                  </a:txBody>
                  <a:tcPr marL="91440" marR="91440" marT="45720" marB="45720">
                    <a:lnR w="9525">
                      <a:solidFill>
                        <a:srgbClr val="705364"/>
                      </a:solidFill>
                      <a:prstDash val="solid"/>
                    </a:lnR>
                    <a:lnT w="9525">
                      <a:solidFill>
                        <a:srgbClr val="705364"/>
                      </a:solidFill>
                      <a:prstDash val="solid"/>
                    </a:lnT>
                    <a:lnB w="9525">
                      <a:solidFill>
                        <a:srgbClr val="705364"/>
                      </a:solidFill>
                      <a:prstDash val="solid"/>
                    </a:lnB>
                    <a:solidFill>
                      <a:srgbClr val="422F3C"/>
                    </a:solidFill>
                  </a:tcPr>
                </a:tc>
              </a:tr>
              <a:tr h="619125">
                <a:tc>
                  <a:txBody>
                    <a:bodyPr/>
                    <a:lstStyle/>
                    <a:p>
                      <a:r>
                        <a:rPr sz="2025" b="0">
                          <a:solidFill>
                            <a:srgbClr val="F8F0F4"/>
                          </a:solidFill>
                          <a:latin typeface="Arial"/>
                          <a:ea typeface="Arial"/>
                          <a:cs typeface="Arial"/>
                        </a:rPr>
                        <a:t>Resume reader</a:t>
                      </a:r>
                    </a:p>
                  </a:txBody>
                  <a:tcPr marL="91440" marR="91440" marT="45720" marB="45720">
                    <a:lnL w="9525">
                      <a:solidFill>
                        <a:srgbClr val="705364"/>
                      </a:solidFill>
                      <a:prstDash val="solid"/>
                    </a:lnL>
                    <a:lnR w="9525">
                      <a:solidFill>
                        <a:srgbClr val="705364"/>
                      </a:solidFill>
                      <a:prstDash val="solid"/>
                    </a:lnR>
                    <a:lnB w="9525">
                      <a:solidFill>
                        <a:srgbClr val="705364"/>
                      </a:solidFill>
                      <a:prstDash val="solid"/>
                    </a:lnB>
                    <a:solidFill>
                      <a:srgbClr val="241D25"/>
                    </a:solidFill>
                  </a:tcPr>
                </a:tc>
                <a:tc>
                  <a:txBody>
                    <a:bodyPr/>
                    <a:lstStyle/>
                    <a:p>
                      <a:r>
                        <a:rPr sz="2025" b="0">
                          <a:solidFill>
                            <a:srgbClr val="F8F0F4"/>
                          </a:solidFill>
                          <a:latin typeface="Arial"/>
                          <a:ea typeface="Arial"/>
                          <a:cs typeface="Arial"/>
                        </a:rPr>
                        <a:t>1,416 / 1,750</a:t>
                      </a:r>
                    </a:p>
                  </a:txBody>
                  <a:tcPr marL="91440" marR="91440" marT="45720" marB="45720">
                    <a:lnR w="9525">
                      <a:solidFill>
                        <a:srgbClr val="705364"/>
                      </a:solidFill>
                      <a:prstDash val="solid"/>
                    </a:lnR>
                    <a:lnB w="9525">
                      <a:solidFill>
                        <a:srgbClr val="705364"/>
                      </a:solidFill>
                      <a:prstDash val="solid"/>
                    </a:lnB>
                    <a:solidFill>
                      <a:srgbClr val="241D25"/>
                    </a:solidFill>
                  </a:tcPr>
                </a:tc>
                <a:tc>
                  <a:txBody>
                    <a:bodyPr/>
                    <a:lstStyle/>
                    <a:p>
                      <a:r>
                        <a:rPr sz="2025" b="0">
                          <a:solidFill>
                            <a:srgbClr val="F8F0F4"/>
                          </a:solidFill>
                          <a:latin typeface="Arial"/>
                          <a:ea typeface="Arial"/>
                          <a:cs typeface="Arial"/>
                        </a:rPr>
                        <a:t>$0.10166</a:t>
                      </a:r>
                    </a:p>
                  </a:txBody>
                  <a:tcPr marL="91440" marR="91440" marT="45720" marB="45720">
                    <a:lnR w="9525">
                      <a:solidFill>
                        <a:srgbClr val="705364"/>
                      </a:solidFill>
                      <a:prstDash val="solid"/>
                    </a:lnR>
                    <a:lnB w="9525">
                      <a:solidFill>
                        <a:srgbClr val="705364"/>
                      </a:solidFill>
                      <a:prstDash val="solid"/>
                    </a:lnB>
                    <a:solidFill>
                      <a:srgbClr val="241D25"/>
                    </a:solidFill>
                  </a:tcPr>
                </a:tc>
              </a:tr>
              <a:tr h="619125">
                <a:tc>
                  <a:txBody>
                    <a:bodyPr/>
                    <a:lstStyle/>
                    <a:p>
                      <a:r>
                        <a:rPr sz="2025" b="0">
                          <a:solidFill>
                            <a:srgbClr val="F8F0F4"/>
                          </a:solidFill>
                          <a:latin typeface="Arial"/>
                          <a:ea typeface="Arial"/>
                          <a:cs typeface="Arial"/>
                        </a:rPr>
                        <a:t>Heartflow marketing (unplanned)</a:t>
                      </a:r>
                    </a:p>
                  </a:txBody>
                  <a:tcPr marL="91440" marR="91440" marT="45720" marB="45720">
                    <a:lnL w="9525">
                      <a:solidFill>
                        <a:srgbClr val="705364"/>
                      </a:solidFill>
                      <a:prstDash val="solid"/>
                    </a:lnL>
                    <a:lnR w="9525">
                      <a:solidFill>
                        <a:srgbClr val="705364"/>
                      </a:solidFill>
                      <a:prstDash val="solid"/>
                    </a:lnR>
                    <a:lnB w="9525">
                      <a:solidFill>
                        <a:srgbClr val="705364"/>
                      </a:solidFill>
                      <a:prstDash val="solid"/>
                    </a:lnB>
                    <a:solidFill>
                      <a:srgbClr val="241D25"/>
                    </a:solidFill>
                  </a:tcPr>
                </a:tc>
                <a:tc>
                  <a:txBody>
                    <a:bodyPr/>
                    <a:lstStyle/>
                    <a:p>
                      <a:r>
                        <a:rPr sz="2025" b="0">
                          <a:solidFill>
                            <a:srgbClr val="F8F0F4"/>
                          </a:solidFill>
                          <a:latin typeface="Arial"/>
                          <a:ea typeface="Arial"/>
                          <a:cs typeface="Arial"/>
                        </a:rPr>
                        <a:t>4,221 / 978</a:t>
                      </a:r>
                    </a:p>
                  </a:txBody>
                  <a:tcPr marL="91440" marR="91440" marT="45720" marB="45720">
                    <a:lnR w="9525">
                      <a:solidFill>
                        <a:srgbClr val="705364"/>
                      </a:solidFill>
                      <a:prstDash val="solid"/>
                    </a:lnR>
                    <a:lnB w="9525">
                      <a:solidFill>
                        <a:srgbClr val="705364"/>
                      </a:solidFill>
                      <a:prstDash val="solid"/>
                    </a:lnB>
                    <a:solidFill>
                      <a:srgbClr val="241D25"/>
                    </a:solidFill>
                  </a:tcPr>
                </a:tc>
                <a:tc>
                  <a:txBody>
                    <a:bodyPr/>
                    <a:lstStyle/>
                    <a:p>
                      <a:r>
                        <a:rPr sz="2025" b="0">
                          <a:solidFill>
                            <a:srgbClr val="F8F0F4"/>
                          </a:solidFill>
                          <a:latin typeface="Arial"/>
                          <a:ea typeface="Arial"/>
                          <a:cs typeface="Arial"/>
                        </a:rPr>
                        <a:t>$0.09111</a:t>
                      </a:r>
                    </a:p>
                  </a:txBody>
                  <a:tcPr marL="91440" marR="91440" marT="45720" marB="45720">
                    <a:lnR w="9525">
                      <a:solidFill>
                        <a:srgbClr val="705364"/>
                      </a:solidFill>
                      <a:prstDash val="solid"/>
                    </a:lnR>
                    <a:lnB w="9525">
                      <a:solidFill>
                        <a:srgbClr val="705364"/>
                      </a:solidFill>
                      <a:prstDash val="solid"/>
                    </a:lnB>
                    <a:solidFill>
                      <a:srgbClr val="241D25"/>
                    </a:solidFill>
                  </a:tcPr>
                </a:tc>
              </a:tr>
              <a:tr h="619125">
                <a:tc>
                  <a:txBody>
                    <a:bodyPr/>
                    <a:lstStyle/>
                    <a:p>
                      <a:r>
                        <a:rPr sz="2025" b="0">
                          <a:solidFill>
                            <a:srgbClr val="F8F0F4"/>
                          </a:solidFill>
                          <a:latin typeface="Arial"/>
                          <a:ea typeface="Arial"/>
                          <a:cs typeface="Arial"/>
                        </a:rPr>
                        <a:t>Heartflow corporate strategy</a:t>
                      </a:r>
                    </a:p>
                  </a:txBody>
                  <a:tcPr marL="91440" marR="91440" marT="45720" marB="45720">
                    <a:lnL w="9525">
                      <a:solidFill>
                        <a:srgbClr val="705364"/>
                      </a:solidFill>
                      <a:prstDash val="solid"/>
                    </a:lnL>
                    <a:lnR w="9525">
                      <a:solidFill>
                        <a:srgbClr val="705364"/>
                      </a:solidFill>
                      <a:prstDash val="solid"/>
                    </a:lnR>
                    <a:lnB w="9525">
                      <a:solidFill>
                        <a:srgbClr val="705364"/>
                      </a:solidFill>
                      <a:prstDash val="solid"/>
                    </a:lnB>
                    <a:solidFill>
                      <a:srgbClr val="241D25"/>
                    </a:solidFill>
                  </a:tcPr>
                </a:tc>
                <a:tc>
                  <a:txBody>
                    <a:bodyPr/>
                    <a:lstStyle/>
                    <a:p>
                      <a:r>
                        <a:rPr sz="2025" b="0">
                          <a:solidFill>
                            <a:srgbClr val="F8F0F4"/>
                          </a:solidFill>
                          <a:latin typeface="Arial"/>
                          <a:ea typeface="Arial"/>
                          <a:cs typeface="Arial"/>
                        </a:rPr>
                        <a:t>4,392 / 1,004</a:t>
                      </a:r>
                    </a:p>
                  </a:txBody>
                  <a:tcPr marL="91440" marR="91440" marT="45720" marB="45720">
                    <a:lnR w="9525">
                      <a:solidFill>
                        <a:srgbClr val="705364"/>
                      </a:solidFill>
                      <a:prstDash val="solid"/>
                    </a:lnR>
                    <a:lnB w="9525">
                      <a:solidFill>
                        <a:srgbClr val="705364"/>
                      </a:solidFill>
                      <a:prstDash val="solid"/>
                    </a:lnB>
                    <a:solidFill>
                      <a:srgbClr val="241D25"/>
                    </a:solidFill>
                  </a:tcPr>
                </a:tc>
                <a:tc>
                  <a:txBody>
                    <a:bodyPr/>
                    <a:lstStyle/>
                    <a:p>
                      <a:r>
                        <a:rPr sz="2025" b="0">
                          <a:solidFill>
                            <a:srgbClr val="F8F0F4"/>
                          </a:solidFill>
                          <a:latin typeface="Arial"/>
                          <a:ea typeface="Arial"/>
                          <a:cs typeface="Arial"/>
                        </a:rPr>
                        <a:t>$0.09412</a:t>
                      </a:r>
                    </a:p>
                  </a:txBody>
                  <a:tcPr marL="91440" marR="91440" marT="45720" marB="45720">
                    <a:lnR w="9525">
                      <a:solidFill>
                        <a:srgbClr val="705364"/>
                      </a:solidFill>
                      <a:prstDash val="solid"/>
                    </a:lnR>
                    <a:lnB w="9525">
                      <a:solidFill>
                        <a:srgbClr val="705364"/>
                      </a:solidFill>
                      <a:prstDash val="solid"/>
                    </a:lnB>
                    <a:solidFill>
                      <a:srgbClr val="241D25"/>
                    </a:solidFill>
                  </a:tcPr>
                </a:tc>
              </a:tr>
              <a:tr h="619125">
                <a:tc>
                  <a:txBody>
                    <a:bodyPr/>
                    <a:lstStyle/>
                    <a:p>
                      <a:r>
                        <a:rPr sz="2025" b="0">
                          <a:solidFill>
                            <a:srgbClr val="F8F0F4"/>
                          </a:solidFill>
                          <a:latin typeface="Arial"/>
                          <a:ea typeface="Arial"/>
                          <a:cs typeface="Arial"/>
                        </a:rPr>
                        <a:t>Stripe strategy / analytics</a:t>
                      </a:r>
                    </a:p>
                  </a:txBody>
                  <a:tcPr marL="91440" marR="91440" marT="45720" marB="45720">
                    <a:lnL w="9525">
                      <a:solidFill>
                        <a:srgbClr val="705364"/>
                      </a:solidFill>
                      <a:prstDash val="solid"/>
                    </a:lnL>
                    <a:lnR w="9525">
                      <a:solidFill>
                        <a:srgbClr val="705364"/>
                      </a:solidFill>
                      <a:prstDash val="solid"/>
                    </a:lnR>
                    <a:lnB w="9525">
                      <a:solidFill>
                        <a:srgbClr val="705364"/>
                      </a:solidFill>
                      <a:prstDash val="solid"/>
                    </a:lnB>
                    <a:solidFill>
                      <a:srgbClr val="241D25"/>
                    </a:solidFill>
                  </a:tcPr>
                </a:tc>
                <a:tc>
                  <a:txBody>
                    <a:bodyPr/>
                    <a:lstStyle/>
                    <a:p>
                      <a:r>
                        <a:rPr sz="2025" b="0">
                          <a:solidFill>
                            <a:srgbClr val="F8F0F4"/>
                          </a:solidFill>
                          <a:latin typeface="Arial"/>
                          <a:ea typeface="Arial"/>
                          <a:cs typeface="Arial"/>
                        </a:rPr>
                        <a:t>3,535 / 926</a:t>
                      </a:r>
                    </a:p>
                  </a:txBody>
                  <a:tcPr marL="91440" marR="91440" marT="45720" marB="45720">
                    <a:lnR w="9525">
                      <a:solidFill>
                        <a:srgbClr val="705364"/>
                      </a:solidFill>
                      <a:prstDash val="solid"/>
                    </a:lnR>
                    <a:lnB w="9525">
                      <a:solidFill>
                        <a:srgbClr val="705364"/>
                      </a:solidFill>
                      <a:prstDash val="solid"/>
                    </a:lnB>
                    <a:solidFill>
                      <a:srgbClr val="241D25"/>
                    </a:solidFill>
                  </a:tcPr>
                </a:tc>
                <a:tc>
                  <a:txBody>
                    <a:bodyPr/>
                    <a:lstStyle/>
                    <a:p>
                      <a:r>
                        <a:rPr sz="2025" b="0">
                          <a:solidFill>
                            <a:srgbClr val="F8F0F4"/>
                          </a:solidFill>
                          <a:latin typeface="Arial"/>
                          <a:ea typeface="Arial"/>
                          <a:cs typeface="Arial"/>
                        </a:rPr>
                        <a:t>$0.08165</a:t>
                      </a:r>
                    </a:p>
                  </a:txBody>
                  <a:tcPr marL="91440" marR="91440" marT="45720" marB="45720">
                    <a:lnR w="9525">
                      <a:solidFill>
                        <a:srgbClr val="705364"/>
                      </a:solidFill>
                      <a:prstDash val="solid"/>
                    </a:lnR>
                    <a:lnB w="9525">
                      <a:solidFill>
                        <a:srgbClr val="705364"/>
                      </a:solidFill>
                      <a:prstDash val="solid"/>
                    </a:lnB>
                    <a:solidFill>
                      <a:srgbClr val="241D25"/>
                    </a:solidFill>
                  </a:tcPr>
                </a:tc>
              </a:tr>
            </a:tbl>
          </a:graphicData>
        </a:graphic>
      </p:graphicFrame>
      <p:sp>
        <p:nvSpPr>
          <p:cNvPr id="3" name="">
            <a:extLst xmlns:a="http://schemas.openxmlformats.org/drawingml/2006/main">
              <a:ext uri="{FF2B5EF4-FFF2-40B4-BE49-F238E27FC236}">
                <a16:creationId xmlns:a16="http://schemas.microsoft.com/office/drawing/2014/main" id="{29FB014E-720C-41E6-AE34-D26651C81C23}"/>
              </a:ext>
            </a:extLst>
          </p:cNvPr>
          <p:cNvSpPr>
            <a:spLocks xmlns:a="http://schemas.openxmlformats.org/drawingml/2006/main" noGrp="1"/>
          </p:cNvSpPr>
          <p:nvPr/>
        </p:nvSpPr>
        <p:spPr>
          <a:xfrm xmlns:a="http://schemas.openxmlformats.org/drawingml/2006/main">
            <a:off x="609600" y="4914900"/>
            <a:ext cx="10953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550" b="0">
                <a:solidFill>
                  <a:srgbClr val="EFABC8"/>
                </a:solidFill>
                <a:latin typeface="Arial"/>
                <a:ea typeface="Arial"/>
                <a:cs typeface="Arial"/>
              </a:defRPr>
            </a:defPPr>
            <a:lvl1pPr>
              <a:buNone/>
              <a:defRPr sz="2550" b="0">
                <a:solidFill>
                  <a:srgbClr val="EFABC8"/>
                </a:solidFill>
                <a:latin typeface="Arial"/>
                <a:ea typeface="Arial"/>
                <a:cs typeface="Arial"/>
              </a:defRPr>
            </a:lvl1pPr>
            <a:lvl2pPr>
              <a:buNone/>
              <a:defRPr sz="2550" b="0">
                <a:solidFill>
                  <a:srgbClr val="EFABC8"/>
                </a:solidFill>
                <a:latin typeface="Arial"/>
                <a:ea typeface="Arial"/>
                <a:cs typeface="Arial"/>
              </a:defRPr>
            </a:lvl2pPr>
            <a:lvl3pPr>
              <a:buNone/>
              <a:defRPr sz="2550" b="0">
                <a:solidFill>
                  <a:srgbClr val="EFABC8"/>
                </a:solidFill>
                <a:latin typeface="Arial"/>
                <a:ea typeface="Arial"/>
                <a:cs typeface="Arial"/>
              </a:defRPr>
            </a:lvl3pPr>
            <a:lvl4pPr>
              <a:buNone/>
              <a:defRPr sz="2550" b="0">
                <a:solidFill>
                  <a:srgbClr val="EFABC8"/>
                </a:solidFill>
                <a:latin typeface="Arial"/>
                <a:ea typeface="Arial"/>
                <a:cs typeface="Arial"/>
              </a:defRPr>
            </a:lvl4pPr>
            <a:lvl5pPr>
              <a:buNone/>
              <a:defRPr sz="2550" b="0">
                <a:solidFill>
                  <a:srgbClr val="EFABC8"/>
                </a:solidFill>
                <a:latin typeface="Arial"/>
                <a:ea typeface="Arial"/>
                <a:cs typeface="Arial"/>
              </a:defRPr>
            </a:lvl5pPr>
            <a:lvl6pPr>
              <a:buNone/>
              <a:defRPr sz="2550" b="0">
                <a:solidFill>
                  <a:srgbClr val="EFABC8"/>
                </a:solidFill>
                <a:latin typeface="Arial"/>
                <a:ea typeface="Arial"/>
                <a:cs typeface="Arial"/>
              </a:defRPr>
            </a:lvl6pPr>
            <a:lvl7pPr>
              <a:buNone/>
              <a:defRPr sz="2550" b="0">
                <a:solidFill>
                  <a:srgbClr val="EFABC8"/>
                </a:solidFill>
                <a:latin typeface="Arial"/>
                <a:ea typeface="Arial"/>
                <a:cs typeface="Arial"/>
              </a:defRPr>
            </a:lvl7pPr>
            <a:lvl8pPr>
              <a:buNone/>
              <a:defRPr sz="2550" b="0">
                <a:solidFill>
                  <a:srgbClr val="EFABC8"/>
                </a:solidFill>
                <a:latin typeface="Arial"/>
                <a:ea typeface="Arial"/>
                <a:cs typeface="Arial"/>
              </a:defRPr>
            </a:lvl8pPr>
            <a:lvl9pPr>
              <a:buNone/>
              <a:defRPr sz="2550" b="0">
                <a:solidFill>
                  <a:srgbClr val="EFABC8"/>
                </a:solidFill>
                <a:latin typeface="Arial"/>
                <a:ea typeface="Arial"/>
                <a:cs typeface="Arial"/>
              </a:defRPr>
            </a:lvl9pPr>
          </a:lstStyle>
          <a:p xmlns:a="http://schemas.openxmlformats.org/drawingml/2006/main">
            <a:pPr>
              <a:buNone/>
              <a:defRPr sz="2550" b="0">
                <a:solidFill>
                  <a:srgbClr val="EFABC8"/>
                </a:solidFill>
                <a:latin typeface="Arial"/>
                <a:ea typeface="Arial"/>
                <a:cs typeface="Arial"/>
              </a:defRPr>
            </a:pPr>
            <a:r>
              <a:rPr sz="2550" b="0">
                <a:solidFill>
                  <a:srgbClr val="EFABC8"/>
                </a:solidFill>
                <a:latin typeface="Arial"/>
                <a:ea typeface="Arial"/>
                <a:cs typeface="Arial"/>
              </a:rPr>
              <a:t>13 supported facts. Graduation timing flagged.</a:t>
            </a:r>
          </a:p>
        </p:txBody>
      </p:sp>
      <p:sp>
        <p:nvSpPr>
          <p:cNvPr id="4" name="">
            <a:extLst xmlns:a="http://schemas.openxmlformats.org/drawingml/2006/main">
              <a:ext uri="{FF2B5EF4-FFF2-40B4-BE49-F238E27FC236}">
                <a16:creationId xmlns:a16="http://schemas.microsoft.com/office/drawing/2014/main" id="{982567DD-CEFB-49C0-9AA1-2257B115BE01}"/>
              </a:ext>
            </a:extLst>
          </p:cNvPr>
          <p:cNvSpPr>
            <a:spLocks xmlns:a="http://schemas.openxmlformats.org/drawingml/2006/main" noGrp="1"/>
          </p:cNvSpPr>
          <p:nvPr/>
        </p:nvSpPr>
        <p:spPr>
          <a:xfrm xmlns:a="http://schemas.openxmlformats.org/drawingml/2006/main">
            <a:off x="609600" y="5600700"/>
            <a:ext cx="10953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F8F0F4"/>
                </a:solidFill>
                <a:latin typeface="Arial"/>
                <a:ea typeface="Arial"/>
                <a:cs typeface="Arial"/>
              </a:defRPr>
            </a:defPPr>
            <a:lvl1pPr>
              <a:buNone/>
              <a:defRPr sz="1950" b="0">
                <a:solidFill>
                  <a:srgbClr val="F8F0F4"/>
                </a:solidFill>
                <a:latin typeface="Arial"/>
                <a:ea typeface="Arial"/>
                <a:cs typeface="Arial"/>
              </a:defRPr>
            </a:lvl1pPr>
            <a:lvl2pPr>
              <a:buNone/>
              <a:defRPr sz="1950" b="0">
                <a:solidFill>
                  <a:srgbClr val="F8F0F4"/>
                </a:solidFill>
                <a:latin typeface="Arial"/>
                <a:ea typeface="Arial"/>
                <a:cs typeface="Arial"/>
              </a:defRPr>
            </a:lvl2pPr>
            <a:lvl3pPr>
              <a:buNone/>
              <a:defRPr sz="1950" b="0">
                <a:solidFill>
                  <a:srgbClr val="F8F0F4"/>
                </a:solidFill>
                <a:latin typeface="Arial"/>
                <a:ea typeface="Arial"/>
                <a:cs typeface="Arial"/>
              </a:defRPr>
            </a:lvl3pPr>
            <a:lvl4pPr>
              <a:buNone/>
              <a:defRPr sz="1950" b="0">
                <a:solidFill>
                  <a:srgbClr val="F8F0F4"/>
                </a:solidFill>
                <a:latin typeface="Arial"/>
                <a:ea typeface="Arial"/>
                <a:cs typeface="Arial"/>
              </a:defRPr>
            </a:lvl4pPr>
            <a:lvl5pPr>
              <a:buNone/>
              <a:defRPr sz="1950" b="0">
                <a:solidFill>
                  <a:srgbClr val="F8F0F4"/>
                </a:solidFill>
                <a:latin typeface="Arial"/>
                <a:ea typeface="Arial"/>
                <a:cs typeface="Arial"/>
              </a:defRPr>
            </a:lvl5pPr>
            <a:lvl6pPr>
              <a:buNone/>
              <a:defRPr sz="1950" b="0">
                <a:solidFill>
                  <a:srgbClr val="F8F0F4"/>
                </a:solidFill>
                <a:latin typeface="Arial"/>
                <a:ea typeface="Arial"/>
                <a:cs typeface="Arial"/>
              </a:defRPr>
            </a:lvl6pPr>
            <a:lvl7pPr>
              <a:buNone/>
              <a:defRPr sz="1950" b="0">
                <a:solidFill>
                  <a:srgbClr val="F8F0F4"/>
                </a:solidFill>
                <a:latin typeface="Arial"/>
                <a:ea typeface="Arial"/>
                <a:cs typeface="Arial"/>
              </a:defRPr>
            </a:lvl7pPr>
            <a:lvl8pPr>
              <a:buNone/>
              <a:defRPr sz="1950" b="0">
                <a:solidFill>
                  <a:srgbClr val="F8F0F4"/>
                </a:solidFill>
                <a:latin typeface="Arial"/>
                <a:ea typeface="Arial"/>
                <a:cs typeface="Arial"/>
              </a:defRPr>
            </a:lvl8pPr>
            <a:lvl9pPr>
              <a:buNone/>
              <a:defRPr sz="1950" b="0">
                <a:solidFill>
                  <a:srgbClr val="F8F0F4"/>
                </a:solidFill>
                <a:latin typeface="Arial"/>
                <a:ea typeface="Arial"/>
                <a:cs typeface="Arial"/>
              </a:defRPr>
            </a:lvl9pPr>
          </a:lstStyle>
          <a:p xmlns:a="http://schemas.openxmlformats.org/drawingml/2006/main">
            <a:pPr>
              <a:buNone/>
              <a:defRPr sz="1950" b="0">
                <a:solidFill>
                  <a:srgbClr val="F8F0F4"/>
                </a:solidFill>
                <a:latin typeface="Arial"/>
                <a:ea typeface="Arial"/>
                <a:cs typeface="Arial"/>
              </a:defRPr>
            </a:pPr>
            <a:r>
              <a:rPr sz="1950" b="0">
                <a:solidFill>
                  <a:srgbClr val="F8F0F4"/>
                </a:solidFill>
                <a:latin typeface="Arial"/>
                <a:ea typeface="Arial"/>
                <a:cs typeface="Arial"/>
              </a:rPr>
              <a:t>The role-selection race is fixed; three repeat reviews hit the cache.</a:t>
            </a:r>
          </a:p>
        </p:txBody>
      </p:sp>
      <p:sp>
        <p:nvSpPr>
          <p:cNvPr id="5" name="">
            <a:extLst xmlns:a="http://schemas.openxmlformats.org/drawingml/2006/main">
              <a:ext uri="{FF2B5EF4-FFF2-40B4-BE49-F238E27FC236}">
                <a16:creationId xmlns:a16="http://schemas.microsoft.com/office/drawing/2014/main" id="{6CE0A6EC-5862-4629-A166-065C7C651AD1}"/>
              </a:ext>
            </a:extLst>
          </p:cNvPr>
          <p:cNvSpPr>
            <a:spLocks xmlns:a="http://schemas.openxmlformats.org/drawingml/2006/main" noGrp="1"/>
          </p:cNvSpPr>
          <p:nvPr/>
        </p:nvSpPr>
        <p:spPr>
          <a:xfrm xmlns:a="http://schemas.openxmlformats.org/drawingml/2006/main">
            <a:off x="609600" y="6086475"/>
            <a:ext cx="109347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00" b="0">
                <a:solidFill>
                  <a:srgbClr val="CCB8C5"/>
                </a:solidFill>
                <a:latin typeface="Arial"/>
                <a:ea typeface="Arial"/>
                <a:cs typeface="Arial"/>
              </a:defRPr>
            </a:defPPr>
            <a:lvl1pPr>
              <a:buNone/>
              <a:defRPr sz="1500" b="0">
                <a:solidFill>
                  <a:srgbClr val="CCB8C5"/>
                </a:solidFill>
                <a:latin typeface="Arial"/>
                <a:ea typeface="Arial"/>
                <a:cs typeface="Arial"/>
              </a:defRPr>
            </a:lvl1pPr>
            <a:lvl2pPr>
              <a:buNone/>
              <a:defRPr sz="1500" b="0">
                <a:solidFill>
                  <a:srgbClr val="CCB8C5"/>
                </a:solidFill>
                <a:latin typeface="Arial"/>
                <a:ea typeface="Arial"/>
                <a:cs typeface="Arial"/>
              </a:defRPr>
            </a:lvl2pPr>
            <a:lvl3pPr>
              <a:buNone/>
              <a:defRPr sz="1500" b="0">
                <a:solidFill>
                  <a:srgbClr val="CCB8C5"/>
                </a:solidFill>
                <a:latin typeface="Arial"/>
                <a:ea typeface="Arial"/>
                <a:cs typeface="Arial"/>
              </a:defRPr>
            </a:lvl3pPr>
            <a:lvl4pPr>
              <a:buNone/>
              <a:defRPr sz="1500" b="0">
                <a:solidFill>
                  <a:srgbClr val="CCB8C5"/>
                </a:solidFill>
                <a:latin typeface="Arial"/>
                <a:ea typeface="Arial"/>
                <a:cs typeface="Arial"/>
              </a:defRPr>
            </a:lvl4pPr>
            <a:lvl5pPr>
              <a:buNone/>
              <a:defRPr sz="1500" b="0">
                <a:solidFill>
                  <a:srgbClr val="CCB8C5"/>
                </a:solidFill>
                <a:latin typeface="Arial"/>
                <a:ea typeface="Arial"/>
                <a:cs typeface="Arial"/>
              </a:defRPr>
            </a:lvl5pPr>
            <a:lvl6pPr>
              <a:buNone/>
              <a:defRPr sz="1500" b="0">
                <a:solidFill>
                  <a:srgbClr val="CCB8C5"/>
                </a:solidFill>
                <a:latin typeface="Arial"/>
                <a:ea typeface="Arial"/>
                <a:cs typeface="Arial"/>
              </a:defRPr>
            </a:lvl6pPr>
            <a:lvl7pPr>
              <a:buNone/>
              <a:defRPr sz="1500" b="0">
                <a:solidFill>
                  <a:srgbClr val="CCB8C5"/>
                </a:solidFill>
                <a:latin typeface="Arial"/>
                <a:ea typeface="Arial"/>
                <a:cs typeface="Arial"/>
              </a:defRPr>
            </a:lvl7pPr>
            <a:lvl8pPr>
              <a:buNone/>
              <a:defRPr sz="1500" b="0">
                <a:solidFill>
                  <a:srgbClr val="CCB8C5"/>
                </a:solidFill>
                <a:latin typeface="Arial"/>
                <a:ea typeface="Arial"/>
                <a:cs typeface="Arial"/>
              </a:defRPr>
            </a:lvl8pPr>
            <a:lvl9pPr>
              <a:buNone/>
              <a:defRPr sz="1500" b="0">
                <a:solidFill>
                  <a:srgbClr val="CCB8C5"/>
                </a:solidFill>
                <a:latin typeface="Arial"/>
                <a:ea typeface="Arial"/>
                <a:cs typeface="Arial"/>
              </a:defRPr>
            </a:lvl9pPr>
          </a:lstStyle>
          <a:p xmlns:a="http://schemas.openxmlformats.org/drawingml/2006/main">
            <a:pPr>
              <a:buNone/>
              <a:defRPr sz="1500" b="0">
                <a:solidFill>
                  <a:srgbClr val="CCB8C5"/>
                </a:solidFill>
                <a:latin typeface="Arial"/>
                <a:ea typeface="Arial"/>
                <a:cs typeface="Arial"/>
              </a:defRPr>
            </a:pPr>
            <a:r>
              <a:rPr sz="1500" b="0">
                <a:solidFill>
                  <a:srgbClr val="CCB8C5"/>
                </a:solidFill>
                <a:latin typeface="Arial"/>
                <a:ea typeface="Arial"/>
                <a:cs typeface="Arial"/>
              </a:rPr>
              <a:t>Estimated total: $0.36854, not the provider invoice. Personal details and detailed outputs stay private.</a:t>
            </a:r>
          </a:p>
        </p:txBody>
      </p:sp>
    </p:spTree>
    <p:extLst>
      <p:ext uri="{BB962C8B-B14F-4D97-AF65-F5344CB8AC3E}">
        <p14:creationId xmlns:p14="http://schemas.microsoft.com/office/powerpoint/2010/main" val="1151502069"/>
      </p:ext>
    </p:extLst>
  </p:cSld>
</p:sld>
</file>

<file path=ppt/slides/slide9.xml><?xml version="1.0" encoding="utf-8"?>
<p:sld xmlns:p="http://schemas.openxmlformats.org/presentationml/2006/main">
  <p:cSld>
    <p:bg>
      <p:bgPr>
        <a:solidFill xmlns:a="http://schemas.openxmlformats.org/drawingml/2006/main">
          <a:srgbClr val="241D25"/>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88BEDEF8-1F1C-4C46-BEEE-96EBE86F3895}"/>
              </a:ext>
            </a:extLst>
          </p:cNvPr>
          <p:cNvSpPr>
            <a:spLocks xmlns:a="http://schemas.openxmlformats.org/drawingml/2006/main" noGrp="1"/>
          </p:cNvSpPr>
          <p:nvPr/>
        </p:nvSpPr>
        <p:spPr>
          <a:xfrm xmlns:a="http://schemas.openxmlformats.org/drawingml/2006/main">
            <a:off x="609600" y="4191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4350" b="0">
                <a:solidFill>
                  <a:srgbClr val="EFABC8"/>
                </a:solidFill>
                <a:latin typeface="Georgia"/>
                <a:ea typeface="Georgia"/>
                <a:cs typeface="Georgia"/>
              </a:defRPr>
            </a:defPPr>
            <a:lvl1pPr>
              <a:buNone/>
              <a:defRPr sz="4350" b="0">
                <a:solidFill>
                  <a:srgbClr val="EFABC8"/>
                </a:solidFill>
                <a:latin typeface="Georgia"/>
                <a:ea typeface="Georgia"/>
                <a:cs typeface="Georgia"/>
              </a:defRPr>
            </a:lvl1pPr>
            <a:lvl2pPr>
              <a:buNone/>
              <a:defRPr sz="4350" b="0">
                <a:solidFill>
                  <a:srgbClr val="EFABC8"/>
                </a:solidFill>
                <a:latin typeface="Georgia"/>
                <a:ea typeface="Georgia"/>
                <a:cs typeface="Georgia"/>
              </a:defRPr>
            </a:lvl2pPr>
            <a:lvl3pPr>
              <a:buNone/>
              <a:defRPr sz="4350" b="0">
                <a:solidFill>
                  <a:srgbClr val="EFABC8"/>
                </a:solidFill>
                <a:latin typeface="Georgia"/>
                <a:ea typeface="Georgia"/>
                <a:cs typeface="Georgia"/>
              </a:defRPr>
            </a:lvl3pPr>
            <a:lvl4pPr>
              <a:buNone/>
              <a:defRPr sz="4350" b="0">
                <a:solidFill>
                  <a:srgbClr val="EFABC8"/>
                </a:solidFill>
                <a:latin typeface="Georgia"/>
                <a:ea typeface="Georgia"/>
                <a:cs typeface="Georgia"/>
              </a:defRPr>
            </a:lvl4pPr>
            <a:lvl5pPr>
              <a:buNone/>
              <a:defRPr sz="4350" b="0">
                <a:solidFill>
                  <a:srgbClr val="EFABC8"/>
                </a:solidFill>
                <a:latin typeface="Georgia"/>
                <a:ea typeface="Georgia"/>
                <a:cs typeface="Georgia"/>
              </a:defRPr>
            </a:lvl5pPr>
            <a:lvl6pPr>
              <a:buNone/>
              <a:defRPr sz="4350" b="0">
                <a:solidFill>
                  <a:srgbClr val="EFABC8"/>
                </a:solidFill>
                <a:latin typeface="Georgia"/>
                <a:ea typeface="Georgia"/>
                <a:cs typeface="Georgia"/>
              </a:defRPr>
            </a:lvl6pPr>
            <a:lvl7pPr>
              <a:buNone/>
              <a:defRPr sz="4350" b="0">
                <a:solidFill>
                  <a:srgbClr val="EFABC8"/>
                </a:solidFill>
                <a:latin typeface="Georgia"/>
                <a:ea typeface="Georgia"/>
                <a:cs typeface="Georgia"/>
              </a:defRPr>
            </a:lvl7pPr>
            <a:lvl8pPr>
              <a:buNone/>
              <a:defRPr sz="4350" b="0">
                <a:solidFill>
                  <a:srgbClr val="EFABC8"/>
                </a:solidFill>
                <a:latin typeface="Georgia"/>
                <a:ea typeface="Georgia"/>
                <a:cs typeface="Georgia"/>
              </a:defRPr>
            </a:lvl8pPr>
            <a:lvl9pPr>
              <a:buNone/>
              <a:defRPr sz="4350" b="0">
                <a:solidFill>
                  <a:srgbClr val="EFABC8"/>
                </a:solidFill>
                <a:latin typeface="Georgia"/>
                <a:ea typeface="Georgia"/>
                <a:cs typeface="Georgia"/>
              </a:defRPr>
            </a:lvl9pPr>
          </a:lstStyle>
          <a:p xmlns:a="http://schemas.openxmlformats.org/drawingml/2006/main">
            <a:pPr>
              <a:buNone/>
              <a:defRPr sz="4350" b="0">
                <a:solidFill>
                  <a:srgbClr val="EFABC8"/>
                </a:solidFill>
                <a:latin typeface="Georgia"/>
                <a:ea typeface="Georgia"/>
                <a:cs typeface="Georgia"/>
              </a:defRPr>
            </a:pPr>
            <a:r>
              <a:rPr sz="4350" b="0">
                <a:solidFill>
                  <a:srgbClr val="EFABC8"/>
                </a:solidFill>
                <a:latin typeface="Georgia"/>
                <a:ea typeface="Georgia"/>
                <a:cs typeface="Georgia"/>
              </a:rPr>
              <a:t>The next evidence to earn</a:t>
            </a:r>
          </a:p>
        </p:txBody>
      </p:sp>
      <p:sp>
        <p:nvSpPr>
          <p:cNvPr id="2" name="">
            <a:extLst xmlns:a="http://schemas.openxmlformats.org/drawingml/2006/main">
              <a:ext uri="{FF2B5EF4-FFF2-40B4-BE49-F238E27FC236}">
                <a16:creationId xmlns:a16="http://schemas.microsoft.com/office/drawing/2014/main" id="{358936AB-AB9D-4832-B8DA-FB30FF6D5CA5}"/>
              </a:ext>
            </a:extLst>
          </p:cNvPr>
          <p:cNvSpPr>
            <a:spLocks xmlns:a="http://schemas.openxmlformats.org/drawingml/2006/main" noGrp="1"/>
          </p:cNvSpPr>
          <p:nvPr/>
        </p:nvSpPr>
        <p:spPr>
          <a:xfrm xmlns:a="http://schemas.openxmlformats.org/drawingml/2006/main">
            <a:off x="609600" y="1781175"/>
            <a:ext cx="10915650" cy="3209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550" b="0">
                <a:solidFill>
                  <a:srgbClr val="F8F0F4"/>
                </a:solidFill>
                <a:latin typeface="Arial"/>
                <a:ea typeface="Arial"/>
                <a:cs typeface="Arial"/>
              </a:defRPr>
            </a:defPPr>
            <a:lvl1pPr>
              <a:buNone/>
              <a:defRPr sz="2550" b="0">
                <a:solidFill>
                  <a:srgbClr val="F8F0F4"/>
                </a:solidFill>
                <a:latin typeface="Arial"/>
                <a:ea typeface="Arial"/>
                <a:cs typeface="Arial"/>
              </a:defRPr>
            </a:lvl1pPr>
            <a:lvl2pPr>
              <a:buNone/>
              <a:defRPr sz="2550" b="0">
                <a:solidFill>
                  <a:srgbClr val="F8F0F4"/>
                </a:solidFill>
                <a:latin typeface="Arial"/>
                <a:ea typeface="Arial"/>
                <a:cs typeface="Arial"/>
              </a:defRPr>
            </a:lvl2pPr>
            <a:lvl3pPr>
              <a:buNone/>
              <a:defRPr sz="2550" b="0">
                <a:solidFill>
                  <a:srgbClr val="F8F0F4"/>
                </a:solidFill>
                <a:latin typeface="Arial"/>
                <a:ea typeface="Arial"/>
                <a:cs typeface="Arial"/>
              </a:defRPr>
            </a:lvl3pPr>
            <a:lvl4pPr>
              <a:buNone/>
              <a:defRPr sz="2550" b="0">
                <a:solidFill>
                  <a:srgbClr val="F8F0F4"/>
                </a:solidFill>
                <a:latin typeface="Arial"/>
                <a:ea typeface="Arial"/>
                <a:cs typeface="Arial"/>
              </a:defRPr>
            </a:lvl4pPr>
            <a:lvl5pPr>
              <a:buNone/>
              <a:defRPr sz="2550" b="0">
                <a:solidFill>
                  <a:srgbClr val="F8F0F4"/>
                </a:solidFill>
                <a:latin typeface="Arial"/>
                <a:ea typeface="Arial"/>
                <a:cs typeface="Arial"/>
              </a:defRPr>
            </a:lvl5pPr>
            <a:lvl6pPr>
              <a:buNone/>
              <a:defRPr sz="2550" b="0">
                <a:solidFill>
                  <a:srgbClr val="F8F0F4"/>
                </a:solidFill>
                <a:latin typeface="Arial"/>
                <a:ea typeface="Arial"/>
                <a:cs typeface="Arial"/>
              </a:defRPr>
            </a:lvl6pPr>
            <a:lvl7pPr>
              <a:buNone/>
              <a:defRPr sz="2550" b="0">
                <a:solidFill>
                  <a:srgbClr val="F8F0F4"/>
                </a:solidFill>
                <a:latin typeface="Arial"/>
                <a:ea typeface="Arial"/>
                <a:cs typeface="Arial"/>
              </a:defRPr>
            </a:lvl7pPr>
            <a:lvl8pPr>
              <a:buNone/>
              <a:defRPr sz="2550" b="0">
                <a:solidFill>
                  <a:srgbClr val="F8F0F4"/>
                </a:solidFill>
                <a:latin typeface="Arial"/>
                <a:ea typeface="Arial"/>
                <a:cs typeface="Arial"/>
              </a:defRPr>
            </a:lvl8pPr>
            <a:lvl9pPr>
              <a:buNone/>
              <a:defRPr sz="2550" b="0">
                <a:solidFill>
                  <a:srgbClr val="F8F0F4"/>
                </a:solidFill>
                <a:latin typeface="Arial"/>
                <a:ea typeface="Arial"/>
                <a:cs typeface="Arial"/>
              </a:defRPr>
            </a:lvl9pPr>
          </a:lstStyle>
          <a:p xmlns:a="http://schemas.openxmlformats.org/drawingml/2006/main">
            <a:pPr>
              <a:buNone/>
              <a:defRPr sz="2550" b="0">
                <a:solidFill>
                  <a:srgbClr val="F8F0F4"/>
                </a:solidFill>
                <a:latin typeface="Arial"/>
                <a:ea typeface="Arial"/>
                <a:cs typeface="Arial"/>
              </a:defRPr>
            </a:pPr>
            <a:r>
              <a:rPr sz="2550" b="0">
                <a:solidFill>
                  <a:srgbClr val="F8F0F4"/>
                </a:solidFill>
                <a:latin typeface="Arial"/>
                <a:ea typeface="Arial"/>
                <a:cs typeface="Arial"/>
              </a:rPr>
              <a:t>01   Observe a real applicant and measure the task.</a:t>
            </a:r>
          </a:p>
          <a:p xmlns:a="http://schemas.openxmlformats.org/drawingml/2006/main">
            <a:pPr>
              <a:buNone/>
              <a:defRPr sz="2550" b="0">
                <a:solidFill>
                  <a:srgbClr val="F8F0F4"/>
                </a:solidFill>
                <a:latin typeface="Arial"/>
                <a:ea typeface="Arial"/>
                <a:cs typeface="Arial"/>
              </a:defRPr>
            </a:pPr>
            <a:r>
              <a:rPr sz="2550" b="0">
                <a:solidFill>
                  <a:srgbClr val="F8F0F4"/>
                </a:solidFill>
                <a:latin typeface="Arial"/>
                <a:ea typeface="Arial"/>
                <a:cs typeface="Arial"/>
              </a:rPr>
              <a:t>02   Verify one permitted employer form before submission.</a:t>
            </a:r>
          </a:p>
          <a:p xmlns:a="http://schemas.openxmlformats.org/drawingml/2006/main">
            <a:pPr>
              <a:buNone/>
              <a:defRPr sz="2550" b="0">
                <a:solidFill>
                  <a:srgbClr val="F8F0F4"/>
                </a:solidFill>
                <a:latin typeface="Arial"/>
                <a:ea typeface="Arial"/>
                <a:cs typeface="Arial"/>
              </a:defRPr>
            </a:pPr>
            <a:r>
              <a:rPr sz="2550" b="0">
                <a:solidFill>
                  <a:srgbClr val="F8F0F4"/>
                </a:solidFill>
                <a:latin typeface="Arial"/>
                <a:ea typeface="Arial"/>
                <a:cs typeface="Arial"/>
              </a:rPr>
              <a:t>03   Improve matching with labeled near-miss roles.</a:t>
            </a:r>
          </a:p>
          <a:p xmlns:a="http://schemas.openxmlformats.org/drawingml/2006/main">
            <a:pPr>
              <a:buNone/>
              <a:defRPr sz="2550" b="0">
                <a:solidFill>
                  <a:srgbClr val="F8F0F4"/>
                </a:solidFill>
                <a:latin typeface="Arial"/>
                <a:ea typeface="Arial"/>
                <a:cs typeface="Arial"/>
              </a:defRPr>
            </a:pPr>
            <a:r>
              <a:rPr sz="2550" b="0">
                <a:solidFill>
                  <a:srgbClr val="F8F0F4"/>
                </a:solidFill>
                <a:latin typeface="Arial"/>
                <a:ea typeface="Arial"/>
                <a:cs typeface="Arial"/>
              </a:rPr>
              <a:t>04   Harden privacy and operations before wider deployment.</a:t>
            </a:r>
          </a:p>
        </p:txBody>
      </p:sp>
      <p:sp>
        <p:nvSpPr>
          <p:cNvPr id="3" name="">
            <a:extLst xmlns:a="http://schemas.openxmlformats.org/drawingml/2006/main">
              <a:ext uri="{FF2B5EF4-FFF2-40B4-BE49-F238E27FC236}">
                <a16:creationId xmlns:a16="http://schemas.microsoft.com/office/drawing/2014/main" id="{58E822E8-CB62-4378-90E7-9B9D4AE15B3B}"/>
              </a:ext>
            </a:extLst>
          </p:cNvPr>
          <p:cNvSpPr>
            <a:spLocks xmlns:a="http://schemas.openxmlformats.org/drawingml/2006/main" noGrp="1"/>
          </p:cNvSpPr>
          <p:nvPr/>
        </p:nvSpPr>
        <p:spPr>
          <a:xfrm xmlns:a="http://schemas.openxmlformats.org/drawingml/2006/main">
            <a:off x="609600" y="5210175"/>
            <a:ext cx="109156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0">
                <a:solidFill>
                  <a:srgbClr val="EFABC8"/>
                </a:solidFill>
                <a:latin typeface="Arial"/>
                <a:ea typeface="Arial"/>
                <a:cs typeface="Arial"/>
              </a:defRPr>
            </a:defPPr>
            <a:lvl1pPr>
              <a:buNone/>
              <a:defRPr sz="2400" b="0">
                <a:solidFill>
                  <a:srgbClr val="EFABC8"/>
                </a:solidFill>
                <a:latin typeface="Arial"/>
                <a:ea typeface="Arial"/>
                <a:cs typeface="Arial"/>
              </a:defRPr>
            </a:lvl1pPr>
            <a:lvl2pPr>
              <a:buNone/>
              <a:defRPr sz="2400" b="0">
                <a:solidFill>
                  <a:srgbClr val="EFABC8"/>
                </a:solidFill>
                <a:latin typeface="Arial"/>
                <a:ea typeface="Arial"/>
                <a:cs typeface="Arial"/>
              </a:defRPr>
            </a:lvl2pPr>
            <a:lvl3pPr>
              <a:buNone/>
              <a:defRPr sz="2400" b="0">
                <a:solidFill>
                  <a:srgbClr val="EFABC8"/>
                </a:solidFill>
                <a:latin typeface="Arial"/>
                <a:ea typeface="Arial"/>
                <a:cs typeface="Arial"/>
              </a:defRPr>
            </a:lvl3pPr>
            <a:lvl4pPr>
              <a:buNone/>
              <a:defRPr sz="2400" b="0">
                <a:solidFill>
                  <a:srgbClr val="EFABC8"/>
                </a:solidFill>
                <a:latin typeface="Arial"/>
                <a:ea typeface="Arial"/>
                <a:cs typeface="Arial"/>
              </a:defRPr>
            </a:lvl4pPr>
            <a:lvl5pPr>
              <a:buNone/>
              <a:defRPr sz="2400" b="0">
                <a:solidFill>
                  <a:srgbClr val="EFABC8"/>
                </a:solidFill>
                <a:latin typeface="Arial"/>
                <a:ea typeface="Arial"/>
                <a:cs typeface="Arial"/>
              </a:defRPr>
            </a:lvl5pPr>
            <a:lvl6pPr>
              <a:buNone/>
              <a:defRPr sz="2400" b="0">
                <a:solidFill>
                  <a:srgbClr val="EFABC8"/>
                </a:solidFill>
                <a:latin typeface="Arial"/>
                <a:ea typeface="Arial"/>
                <a:cs typeface="Arial"/>
              </a:defRPr>
            </a:lvl6pPr>
            <a:lvl7pPr>
              <a:buNone/>
              <a:defRPr sz="2400" b="0">
                <a:solidFill>
                  <a:srgbClr val="EFABC8"/>
                </a:solidFill>
                <a:latin typeface="Arial"/>
                <a:ea typeface="Arial"/>
                <a:cs typeface="Arial"/>
              </a:defRPr>
            </a:lvl7pPr>
            <a:lvl8pPr>
              <a:buNone/>
              <a:defRPr sz="2400" b="0">
                <a:solidFill>
                  <a:srgbClr val="EFABC8"/>
                </a:solidFill>
                <a:latin typeface="Arial"/>
                <a:ea typeface="Arial"/>
                <a:cs typeface="Arial"/>
              </a:defRPr>
            </a:lvl8pPr>
            <a:lvl9pPr>
              <a:buNone/>
              <a:defRPr sz="2400" b="0">
                <a:solidFill>
                  <a:srgbClr val="EFABC8"/>
                </a:solidFill>
                <a:latin typeface="Arial"/>
                <a:ea typeface="Arial"/>
                <a:cs typeface="Arial"/>
              </a:defRPr>
            </a:lvl9pPr>
          </a:lstStyle>
          <a:p xmlns:a="http://schemas.openxmlformats.org/drawingml/2006/main">
            <a:pPr>
              <a:buNone/>
              <a:defRPr sz="2400" b="0">
                <a:solidFill>
                  <a:srgbClr val="EFABC8"/>
                </a:solidFill>
                <a:latin typeface="Arial"/>
                <a:ea typeface="Arial"/>
                <a:cs typeface="Arial"/>
              </a:defRPr>
            </a:pPr>
            <a:r>
              <a:rPr sz="2400" b="0">
                <a:solidFill>
                  <a:srgbClr val="EFABC8"/>
                </a:solidFill>
                <a:latin typeface="Arial"/>
                <a:ea typeface="Arial"/>
                <a:cs typeface="Arial"/>
              </a:rPr>
              <a:t>Public source. Independent user trial still needed.</a:t>
            </a:r>
          </a:p>
        </p:txBody>
      </p:sp>
      <p:sp>
        <p:nvSpPr>
          <p:cNvPr id="4" name="">
            <a:extLst xmlns:a="http://schemas.openxmlformats.org/drawingml/2006/main">
              <a:ext uri="{FF2B5EF4-FFF2-40B4-BE49-F238E27FC236}">
                <a16:creationId xmlns:a16="http://schemas.microsoft.com/office/drawing/2014/main" id="{29B39BAF-0742-42B2-BDEA-2FB119DA07BB}"/>
              </a:ext>
            </a:extLst>
          </p:cNvPr>
          <p:cNvSpPr>
            <a:spLocks xmlns:a="http://schemas.openxmlformats.org/drawingml/2006/main" noGrp="1"/>
          </p:cNvSpPr>
          <p:nvPr/>
        </p:nvSpPr>
        <p:spPr>
          <a:xfrm xmlns:a="http://schemas.openxmlformats.org/drawingml/2006/main">
            <a:off x="609600" y="6086475"/>
            <a:ext cx="109347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00" b="0">
                <a:solidFill>
                  <a:srgbClr val="CCB8C5"/>
                </a:solidFill>
                <a:latin typeface="Arial"/>
                <a:ea typeface="Arial"/>
                <a:cs typeface="Arial"/>
              </a:defRPr>
            </a:defPPr>
            <a:lvl1pPr>
              <a:buNone/>
              <a:defRPr sz="1500" b="0">
                <a:solidFill>
                  <a:srgbClr val="CCB8C5"/>
                </a:solidFill>
                <a:latin typeface="Arial"/>
                <a:ea typeface="Arial"/>
                <a:cs typeface="Arial"/>
              </a:defRPr>
            </a:lvl1pPr>
            <a:lvl2pPr>
              <a:buNone/>
              <a:defRPr sz="1500" b="0">
                <a:solidFill>
                  <a:srgbClr val="CCB8C5"/>
                </a:solidFill>
                <a:latin typeface="Arial"/>
                <a:ea typeface="Arial"/>
                <a:cs typeface="Arial"/>
              </a:defRPr>
            </a:lvl2pPr>
            <a:lvl3pPr>
              <a:buNone/>
              <a:defRPr sz="1500" b="0">
                <a:solidFill>
                  <a:srgbClr val="CCB8C5"/>
                </a:solidFill>
                <a:latin typeface="Arial"/>
                <a:ea typeface="Arial"/>
                <a:cs typeface="Arial"/>
              </a:defRPr>
            </a:lvl3pPr>
            <a:lvl4pPr>
              <a:buNone/>
              <a:defRPr sz="1500" b="0">
                <a:solidFill>
                  <a:srgbClr val="CCB8C5"/>
                </a:solidFill>
                <a:latin typeface="Arial"/>
                <a:ea typeface="Arial"/>
                <a:cs typeface="Arial"/>
              </a:defRPr>
            </a:lvl4pPr>
            <a:lvl5pPr>
              <a:buNone/>
              <a:defRPr sz="1500" b="0">
                <a:solidFill>
                  <a:srgbClr val="CCB8C5"/>
                </a:solidFill>
                <a:latin typeface="Arial"/>
                <a:ea typeface="Arial"/>
                <a:cs typeface="Arial"/>
              </a:defRPr>
            </a:lvl5pPr>
            <a:lvl6pPr>
              <a:buNone/>
              <a:defRPr sz="1500" b="0">
                <a:solidFill>
                  <a:srgbClr val="CCB8C5"/>
                </a:solidFill>
                <a:latin typeface="Arial"/>
                <a:ea typeface="Arial"/>
                <a:cs typeface="Arial"/>
              </a:defRPr>
            </a:lvl6pPr>
            <a:lvl7pPr>
              <a:buNone/>
              <a:defRPr sz="1500" b="0">
                <a:solidFill>
                  <a:srgbClr val="CCB8C5"/>
                </a:solidFill>
                <a:latin typeface="Arial"/>
                <a:ea typeface="Arial"/>
                <a:cs typeface="Arial"/>
              </a:defRPr>
            </a:lvl7pPr>
            <a:lvl8pPr>
              <a:buNone/>
              <a:defRPr sz="1500" b="0">
                <a:solidFill>
                  <a:srgbClr val="CCB8C5"/>
                </a:solidFill>
                <a:latin typeface="Arial"/>
                <a:ea typeface="Arial"/>
                <a:cs typeface="Arial"/>
              </a:defRPr>
            </a:lvl8pPr>
            <a:lvl9pPr>
              <a:buNone/>
              <a:defRPr sz="1500" b="0">
                <a:solidFill>
                  <a:srgbClr val="CCB8C5"/>
                </a:solidFill>
                <a:latin typeface="Arial"/>
                <a:ea typeface="Arial"/>
                <a:cs typeface="Arial"/>
              </a:defRPr>
            </a:lvl9pPr>
          </a:lstStyle>
          <a:p xmlns:a="http://schemas.openxmlformats.org/drawingml/2006/main">
            <a:pPr>
              <a:buNone/>
              <a:defRPr sz="1500" b="0">
                <a:solidFill>
                  <a:srgbClr val="CCB8C5"/>
                </a:solidFill>
                <a:latin typeface="Arial"/>
                <a:ea typeface="Arial"/>
                <a:cs typeface="Arial"/>
              </a:defRPr>
            </a:pPr>
            <a:r>
              <a:rPr sz="1500" b="0">
                <a:solidFill>
                  <a:srgbClr val="CCB8C5"/>
                </a:solidFill>
                <a:latin typeface="Arial"/>
                <a:ea typeface="Arial"/>
                <a:cs typeface="Arial"/>
              </a:rPr>
              <a:t>Astra retained after the owner reported instructor permission to use any model.</a:t>
            </a:r>
          </a:p>
        </p:txBody>
      </p:sp>
    </p:spTree>
    <p:extLst>
      <p:ext uri="{BB962C8B-B14F-4D97-AF65-F5344CB8AC3E}">
        <p14:creationId xmlns:p14="http://schemas.microsoft.com/office/powerpoint/2010/main" val="85578072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2026-10-25T21:19:15.9450000Z</dcterms:created>
  <dcterms:modified xsi:type="dcterms:W3CDTF">2026-10-25T21:19:15.9450000Z</dcterms:modified>
</coreProperties>
</file>